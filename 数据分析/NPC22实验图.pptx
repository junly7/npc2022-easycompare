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4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notesSlides/notesSlide5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6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7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342" r:id="rId3"/>
    <p:sldId id="341" r:id="rId4"/>
    <p:sldId id="343" r:id="rId5"/>
    <p:sldId id="352" r:id="rId6"/>
    <p:sldId id="354" r:id="rId7"/>
    <p:sldId id="355" r:id="rId8"/>
  </p:sldIdLst>
  <p:sldSz cx="18000663" cy="6858000"/>
  <p:notesSz cx="7099300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66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qx" initials="s" lastIdx="1" clrIdx="0">
    <p:extLst>
      <p:ext uri="{19B8F6BF-5375-455C-9EA6-DF929625EA0E}">
        <p15:presenceInfo xmlns:p15="http://schemas.microsoft.com/office/powerpoint/2012/main" userId="sqx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EE8640"/>
    <a:srgbClr val="FFFFFF"/>
    <a:srgbClr val="EC7728"/>
    <a:srgbClr val="B4C7E7"/>
    <a:srgbClr val="97A3C3"/>
    <a:srgbClr val="548235"/>
    <a:srgbClr val="B3C6E7"/>
    <a:srgbClr val="668CD0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02" autoAdjust="0"/>
  </p:normalViewPr>
  <p:slideViewPr>
    <p:cSldViewPr snapToGrid="0">
      <p:cViewPr varScale="1">
        <p:scale>
          <a:sx n="42" d="100"/>
          <a:sy n="42" d="100"/>
        </p:scale>
        <p:origin x="100" y="780"/>
      </p:cViewPr>
      <p:guideLst>
        <p:guide orient="horz" pos="2160"/>
        <p:guide pos="56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rgbClr val="B4C7E7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0.00_ </c:formatCode>
                <c:ptCount val="7"/>
                <c:pt idx="0">
                  <c:v>6.08</c:v>
                </c:pt>
                <c:pt idx="1">
                  <c:v>9.4600000000000009</c:v>
                </c:pt>
                <c:pt idx="2">
                  <c:v>9.74</c:v>
                </c:pt>
                <c:pt idx="3">
                  <c:v>10.36</c:v>
                </c:pt>
                <c:pt idx="4">
                  <c:v>10.17</c:v>
                </c:pt>
                <c:pt idx="5">
                  <c:v>13.1</c:v>
                </c:pt>
                <c:pt idx="6">
                  <c:v>13.86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4-40E8-9186-8211F3E57C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0.00_ </c:formatCode>
                <c:ptCount val="7"/>
                <c:pt idx="0">
                  <c:v>7.47</c:v>
                </c:pt>
                <c:pt idx="1">
                  <c:v>12.75</c:v>
                </c:pt>
                <c:pt idx="2">
                  <c:v>12.04</c:v>
                </c:pt>
                <c:pt idx="3">
                  <c:v>12.41</c:v>
                </c:pt>
                <c:pt idx="4">
                  <c:v>12.7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94-40E8-9186-8211F3E57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15"/>
          <c:min val="4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PMC (MB)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3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rgbClr val="B4C7E7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6.39</c:v>
                </c:pt>
                <c:pt idx="1">
                  <c:v>7.26</c:v>
                </c:pt>
                <c:pt idx="2">
                  <c:v>8.4499999999999993</c:v>
                </c:pt>
                <c:pt idx="3">
                  <c:v>8.91</c:v>
                </c:pt>
                <c:pt idx="4">
                  <c:v>8.94</c:v>
                </c:pt>
                <c:pt idx="5">
                  <c:v>11.66</c:v>
                </c:pt>
                <c:pt idx="6">
                  <c:v>12.41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DD-4B4A-8360-241027F7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rgbClr val="548235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5.91</c:v>
                </c:pt>
                <c:pt idx="1">
                  <c:v>9.85</c:v>
                </c:pt>
                <c:pt idx="2">
                  <c:v>9.34</c:v>
                </c:pt>
                <c:pt idx="3">
                  <c:v>9.74</c:v>
                </c:pt>
                <c:pt idx="4">
                  <c:v>9.94</c:v>
                </c:pt>
                <c:pt idx="5">
                  <c:v>12.93</c:v>
                </c:pt>
                <c:pt idx="6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DD-4B4A-8360-241027F7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15"/>
          <c:min val="4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PMC (MB)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_);[Red]\(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3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rgbClr val="B4C7E7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7.27</c:v>
                </c:pt>
                <c:pt idx="1">
                  <c:v>7.26</c:v>
                </c:pt>
                <c:pt idx="2">
                  <c:v>8.69</c:v>
                </c:pt>
                <c:pt idx="3">
                  <c:v>9.08</c:v>
                </c:pt>
                <c:pt idx="4">
                  <c:v>9.24</c:v>
                </c:pt>
                <c:pt idx="5">
                  <c:v>11.71</c:v>
                </c:pt>
                <c:pt idx="6">
                  <c:v>12.41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AA-447A-AC7A-87ABD73831C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rgbClr val="548235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8.06</c:v>
                </c:pt>
                <c:pt idx="1">
                  <c:v>7.76</c:v>
                </c:pt>
                <c:pt idx="2">
                  <c:v>9.9600000000000009</c:v>
                </c:pt>
                <c:pt idx="3">
                  <c:v>9.76</c:v>
                </c:pt>
                <c:pt idx="4">
                  <c:v>10.050000000000001</c:v>
                </c:pt>
                <c:pt idx="5">
                  <c:v>13.33</c:v>
                </c:pt>
                <c:pt idx="6">
                  <c:v>12.56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AA-447A-AC7A-87ABD73831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15"/>
          <c:min val="4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PMC (MB)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_);[Red]\(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3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rgbClr val="B4C7E7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5.52</c:v>
                </c:pt>
                <c:pt idx="1">
                  <c:v>7.17</c:v>
                </c:pt>
                <c:pt idx="2">
                  <c:v>8.06</c:v>
                </c:pt>
                <c:pt idx="3">
                  <c:v>8.51</c:v>
                </c:pt>
                <c:pt idx="4">
                  <c:v>8.5500000000000007</c:v>
                </c:pt>
                <c:pt idx="5">
                  <c:v>11.65</c:v>
                </c:pt>
                <c:pt idx="6">
                  <c:v>12.41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2D-4D86-A431-4BD1FA6919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rgbClr val="548235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8.07</c:v>
                </c:pt>
                <c:pt idx="1">
                  <c:v>7.79</c:v>
                </c:pt>
                <c:pt idx="2">
                  <c:v>9.6199999999999992</c:v>
                </c:pt>
                <c:pt idx="3">
                  <c:v>9.7799999999999994</c:v>
                </c:pt>
                <c:pt idx="4">
                  <c:v>10.51</c:v>
                </c:pt>
                <c:pt idx="5">
                  <c:v>13.36</c:v>
                </c:pt>
                <c:pt idx="6">
                  <c:v>12.63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2D-4D86-A431-4BD1FA6919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15"/>
          <c:min val="4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PMC (MB)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_);[Red]\(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3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3.92</c:v>
                </c:pt>
                <c:pt idx="1">
                  <c:v>4.18</c:v>
                </c:pt>
                <c:pt idx="2">
                  <c:v>4.5</c:v>
                </c:pt>
                <c:pt idx="3">
                  <c:v>4.41</c:v>
                </c:pt>
                <c:pt idx="4">
                  <c:v>4.37</c:v>
                </c:pt>
                <c:pt idx="5">
                  <c:v>5.76</c:v>
                </c:pt>
                <c:pt idx="6">
                  <c:v>5.89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4-40E8-9186-8211F3E57C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3.78</c:v>
                </c:pt>
                <c:pt idx="1">
                  <c:v>4.47</c:v>
                </c:pt>
                <c:pt idx="2">
                  <c:v>4.67</c:v>
                </c:pt>
                <c:pt idx="3">
                  <c:v>4.57</c:v>
                </c:pt>
                <c:pt idx="4">
                  <c:v>4.5599999999999996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94-40E8-9186-8211F3E57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6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ET (s)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1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3.86</c:v>
                </c:pt>
                <c:pt idx="1">
                  <c:v>3.89</c:v>
                </c:pt>
                <c:pt idx="2">
                  <c:v>3.95</c:v>
                </c:pt>
                <c:pt idx="3">
                  <c:v>4.09</c:v>
                </c:pt>
                <c:pt idx="4">
                  <c:v>4.0999999999999996</c:v>
                </c:pt>
                <c:pt idx="5">
                  <c:v>4.53</c:v>
                </c:pt>
                <c:pt idx="6">
                  <c:v>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FC-4160-8115-9C517CACAE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3.62</c:v>
                </c:pt>
                <c:pt idx="1">
                  <c:v>3.8</c:v>
                </c:pt>
                <c:pt idx="2">
                  <c:v>3.8</c:v>
                </c:pt>
                <c:pt idx="3">
                  <c:v>3.972</c:v>
                </c:pt>
                <c:pt idx="4">
                  <c:v>4.0548999999999999</c:v>
                </c:pt>
                <c:pt idx="5">
                  <c:v>5.1040000000000001</c:v>
                </c:pt>
                <c:pt idx="6">
                  <c:v>5.3966000000000003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FC-4160-8115-9C517CACAE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6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ET (s)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1.9781931846944369E-3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1"/>
      </c:valAx>
      <c:spPr>
        <a:noFill/>
        <a:ln cmpd="sng"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3.86</c:v>
                </c:pt>
                <c:pt idx="1">
                  <c:v>3.82</c:v>
                </c:pt>
                <c:pt idx="2">
                  <c:v>3.93</c:v>
                </c:pt>
                <c:pt idx="3">
                  <c:v>4.0679999999999996</c:v>
                </c:pt>
                <c:pt idx="4">
                  <c:v>4.18</c:v>
                </c:pt>
                <c:pt idx="5">
                  <c:v>4.54</c:v>
                </c:pt>
                <c:pt idx="6">
                  <c:v>4.33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DF-4C04-A073-9E1168279C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4.0216000000000003</c:v>
                </c:pt>
                <c:pt idx="1">
                  <c:v>3.8738800000000002</c:v>
                </c:pt>
                <c:pt idx="2">
                  <c:v>3.7256</c:v>
                </c:pt>
                <c:pt idx="3">
                  <c:v>3.9723000000000002</c:v>
                </c:pt>
                <c:pt idx="4">
                  <c:v>3.8098999999999998</c:v>
                </c:pt>
                <c:pt idx="5">
                  <c:v>5.0881999999999996</c:v>
                </c:pt>
                <c:pt idx="6">
                  <c:v>4.8617699999999999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DF-4C04-A073-9E1168279C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6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ET (s)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1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3.9556</c:v>
                </c:pt>
                <c:pt idx="1">
                  <c:v>3.8860000000000001</c:v>
                </c:pt>
                <c:pt idx="2">
                  <c:v>3.9411700000000001</c:v>
                </c:pt>
                <c:pt idx="3">
                  <c:v>4.0701349999999996</c:v>
                </c:pt>
                <c:pt idx="4">
                  <c:v>4.2236000000000002</c:v>
                </c:pt>
                <c:pt idx="5">
                  <c:v>4.5194000000000001</c:v>
                </c:pt>
                <c:pt idx="6">
                  <c:v>4.3482000000000003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4D-4DCF-93F4-2A132CB7C4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3.5137999999999998</c:v>
                </c:pt>
                <c:pt idx="1">
                  <c:v>3.6242999999999999</c:v>
                </c:pt>
                <c:pt idx="2">
                  <c:v>3.8069000000000002</c:v>
                </c:pt>
                <c:pt idx="3">
                  <c:v>3.8839999999999999</c:v>
                </c:pt>
                <c:pt idx="4">
                  <c:v>3.8653</c:v>
                </c:pt>
                <c:pt idx="5">
                  <c:v>5.1183699999999996</c:v>
                </c:pt>
                <c:pt idx="6">
                  <c:v>5.0678700000000001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4D-4DCF-93F4-2A132CB7C4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6"/>
          <c:min val="3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ET (s)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1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0.135625</c:v>
                </c:pt>
                <c:pt idx="1">
                  <c:v>0.23777777777777701</c:v>
                </c:pt>
                <c:pt idx="2">
                  <c:v>0.36695652173913001</c:v>
                </c:pt>
                <c:pt idx="3">
                  <c:v>0.315714285714285</c:v>
                </c:pt>
                <c:pt idx="4">
                  <c:v>0.34047619047618999</c:v>
                </c:pt>
                <c:pt idx="5">
                  <c:v>0.81</c:v>
                </c:pt>
                <c:pt idx="6">
                  <c:v>0.769152542372881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4-40E8-9186-8211F3E57C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0.11785714285714199</c:v>
                </c:pt>
                <c:pt idx="1">
                  <c:v>0.33363636363636301</c:v>
                </c:pt>
                <c:pt idx="2">
                  <c:v>0.31359999999999999</c:v>
                </c:pt>
                <c:pt idx="3">
                  <c:v>0.512083333333333</c:v>
                </c:pt>
                <c:pt idx="4">
                  <c:v>0.49333333333333301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94-40E8-9186-8211F3E57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GPU Utilization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1.978207829655096E-3"/>
              <c:y val="0.208095070043878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0.2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0.133333333333333</c:v>
                </c:pt>
                <c:pt idx="1">
                  <c:v>0.14533333333333301</c:v>
                </c:pt>
                <c:pt idx="2">
                  <c:v>0.23250000000000001</c:v>
                </c:pt>
                <c:pt idx="3">
                  <c:v>0.217058823529411</c:v>
                </c:pt>
                <c:pt idx="4">
                  <c:v>0.19294117647058801</c:v>
                </c:pt>
                <c:pt idx="5">
                  <c:v>0.41956521739130398</c:v>
                </c:pt>
                <c:pt idx="6">
                  <c:v>0.39421052631578901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F6-4FCE-A428-8F198BE568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0.14461538461538401</c:v>
                </c:pt>
                <c:pt idx="1">
                  <c:v>0.16857142857142801</c:v>
                </c:pt>
                <c:pt idx="2">
                  <c:v>0.250714285714285</c:v>
                </c:pt>
                <c:pt idx="3">
                  <c:v>0.26500000000000001</c:v>
                </c:pt>
                <c:pt idx="4">
                  <c:v>0.26411764705882301</c:v>
                </c:pt>
                <c:pt idx="5">
                  <c:v>0.67352941176470504</c:v>
                </c:pt>
                <c:pt idx="6">
                  <c:v>0.75476190476190397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F6-4FCE-A428-8F198BE568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GPU Utilization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1.978207829655096E-3"/>
              <c:y val="0.208095070043878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0.2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0.12866666666666601</c:v>
                </c:pt>
                <c:pt idx="1">
                  <c:v>0.18266666666666601</c:v>
                </c:pt>
                <c:pt idx="2">
                  <c:v>0.184</c:v>
                </c:pt>
                <c:pt idx="3">
                  <c:v>0.222941176470588</c:v>
                </c:pt>
                <c:pt idx="4">
                  <c:v>0.20111111111111099</c:v>
                </c:pt>
                <c:pt idx="5">
                  <c:v>0.43130434782608601</c:v>
                </c:pt>
                <c:pt idx="6">
                  <c:v>0.34299999999999897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0C-43F2-99BE-08102A0DCC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0.14823529411764699</c:v>
                </c:pt>
                <c:pt idx="1">
                  <c:v>0.169333333333333</c:v>
                </c:pt>
                <c:pt idx="2">
                  <c:v>0.201538461538461</c:v>
                </c:pt>
                <c:pt idx="3">
                  <c:v>0.27</c:v>
                </c:pt>
                <c:pt idx="4">
                  <c:v>0.28357142857142797</c:v>
                </c:pt>
                <c:pt idx="5">
                  <c:v>0.69705882352941095</c:v>
                </c:pt>
                <c:pt idx="6">
                  <c:v>0.64551724137930999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0C-43F2-99BE-08102A0DCC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GPU Utilization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1.978207829655096E-3"/>
              <c:y val="0.208095070043878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0.2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49463975453773"/>
          <c:y val="7.6835485349770694E-2"/>
          <c:w val="0.82375559129052534"/>
          <c:h val="0.69712781474306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0.111875</c:v>
                </c:pt>
                <c:pt idx="1">
                  <c:v>0.18</c:v>
                </c:pt>
                <c:pt idx="2">
                  <c:v>0.22500000000000001</c:v>
                </c:pt>
                <c:pt idx="3">
                  <c:v>0.220588235294117</c:v>
                </c:pt>
                <c:pt idx="4">
                  <c:v>0.198421052631578</c:v>
                </c:pt>
                <c:pt idx="5">
                  <c:v>0.49913043478260799</c:v>
                </c:pt>
                <c:pt idx="6">
                  <c:v>0.36476190476190401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54-48AD-A3AE-CEB6F929A0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0.15333333333333299</c:v>
                </c:pt>
                <c:pt idx="1">
                  <c:v>0.18384615384615299</c:v>
                </c:pt>
                <c:pt idx="2">
                  <c:v>0.23857142857142799</c:v>
                </c:pt>
                <c:pt idx="3">
                  <c:v>0.30333333333333301</c:v>
                </c:pt>
                <c:pt idx="4">
                  <c:v>0.33933333333333299</c:v>
                </c:pt>
                <c:pt idx="5">
                  <c:v>0.69428571428571395</c:v>
                </c:pt>
                <c:pt idx="6">
                  <c:v>0.69852941176470595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54-48AD-A3AE-CEB6F929A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5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0.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16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GPU Utilization</a:t>
                </a:r>
                <a:endParaRPr lang="zh-CN" altLang="en-US" sz="16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1.978207829655096E-3"/>
              <c:y val="0.208095070043878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0.2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586616154790095"/>
          <c:y val="9.2354055292500375E-2"/>
          <c:w val="0.79538400739716919"/>
          <c:h val="0.666090728577974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reddit.dgl</c:v>
                </c:pt>
                <c:pt idx="1">
                  <c:v>Products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6.71</c:v>
                </c:pt>
                <c:pt idx="1">
                  <c:v>10.65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94-40E8-9186-8211F3E57C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reddit.dgl</c:v>
                </c:pt>
                <c:pt idx="1">
                  <c:v>Products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294-40E8-9186-8211F3E57C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13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0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20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ET (s)</a:t>
                </a:r>
                <a:endParaRPr lang="zh-CN" altLang="en-US" sz="20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2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586616154790095"/>
          <c:y val="9.2354055292500375E-2"/>
          <c:w val="0.79538400739716919"/>
          <c:h val="0.666090728577974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reddit.dgl</c:v>
                </c:pt>
                <c:pt idx="1">
                  <c:v>Products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6.65</c:v>
                </c:pt>
                <c:pt idx="1">
                  <c:v>10.552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1F-4CB3-AD90-7D3CB8BB43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reddit.dgl</c:v>
                </c:pt>
                <c:pt idx="1">
                  <c:v>Products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8.33</c:v>
                </c:pt>
                <c:pt idx="1">
                  <c:v>12.31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1F-4CB3-AD90-7D3CB8BB4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13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0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20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ET (s)</a:t>
                </a:r>
                <a:endParaRPr lang="zh-CN" altLang="en-US" sz="20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2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586616154790095"/>
          <c:y val="9.2354055292500375E-2"/>
          <c:w val="0.79538400739716919"/>
          <c:h val="0.666090728577974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reddit.dgl</c:v>
                </c:pt>
                <c:pt idx="1">
                  <c:v>Products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6.59</c:v>
                </c:pt>
                <c:pt idx="1">
                  <c:v>10.49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D9-478A-A505-3EB3394C9A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reddit.dgl</c:v>
                </c:pt>
                <c:pt idx="1">
                  <c:v>Products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8.2899999999999991</c:v>
                </c:pt>
                <c:pt idx="1">
                  <c:v>12.25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D9-478A-A505-3EB3394C9A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13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0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log2ET (s)</a:t>
                </a:r>
                <a:endParaRPr lang="zh-CN" altLang="en-US" sz="20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2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586616154790095"/>
          <c:y val="9.2354055292500375E-2"/>
          <c:w val="0.79538400739716919"/>
          <c:h val="0.666090728577974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DGL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reddit.dgl</c:v>
                </c:pt>
                <c:pt idx="1">
                  <c:v>Products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6.65</c:v>
                </c:pt>
                <c:pt idx="1">
                  <c:v>10.52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73-4605-8373-DE03F5F9BD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PyG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reddit.dgl</c:v>
                </c:pt>
                <c:pt idx="1">
                  <c:v>Products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8.3800000000000008</c:v>
                </c:pt>
                <c:pt idx="1">
                  <c:v>12.28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73-4605-8373-DE03F5F9BD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26399440"/>
        <c:axId val="818608592"/>
      </c:barChart>
      <c:catAx>
        <c:axId val="926399440"/>
        <c:scaling>
          <c:orientation val="minMax"/>
        </c:scaling>
        <c:delete val="0"/>
        <c:axPos val="b"/>
        <c:numFmt formatCode="0%;[Red]\(0%\);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818608592"/>
        <c:crosses val="autoZero"/>
        <c:auto val="1"/>
        <c:lblAlgn val="ctr"/>
        <c:lblOffset val="100"/>
        <c:noMultiLvlLbl val="0"/>
      </c:catAx>
      <c:valAx>
        <c:axId val="818608592"/>
        <c:scaling>
          <c:orientation val="minMax"/>
          <c:max val="13"/>
          <c:min val="5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000" i="1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log2</a:t>
                </a:r>
                <a:r>
                  <a:rPr lang="en-US" altLang="zh-CN" sz="2000" i="0" kern="1200" baseline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ET (s)</a:t>
                </a:r>
                <a:endParaRPr lang="zh-CN" altLang="en-US" sz="2000" i="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0"/>
              <c:y val="0.208095005345959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  <a:prstDash val="dash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399440"/>
        <c:crosses val="autoZero"/>
        <c:crossBetween val="between"/>
        <c:majorUnit val="2"/>
      </c:valAx>
      <c:spPr>
        <a:noFill/>
        <a:ln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26574639464798511"/>
          <c:y val="4.0829027777777777E-2"/>
          <c:w val="0.57867327779355615"/>
          <c:h val="7.246166666666666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721396317457877E-2"/>
          <c:y val="7.9149013562665599E-2"/>
          <c:w val="0.91611625638455652"/>
          <c:h val="0.752714499161457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GSpMM</c:v>
                </c:pt>
              </c:strCache>
            </c:strRef>
          </c:tx>
          <c:spPr>
            <a:pattFill prst="dkUp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0.2079</c:v>
                </c:pt>
                <c:pt idx="1">
                  <c:v>0.32979999999999998</c:v>
                </c:pt>
                <c:pt idx="2">
                  <c:v>0.43419999999999997</c:v>
                </c:pt>
                <c:pt idx="3">
                  <c:v>0.1731</c:v>
                </c:pt>
                <c:pt idx="4">
                  <c:v>0.30580000000000002</c:v>
                </c:pt>
                <c:pt idx="5">
                  <c:v>0.49349999999999999</c:v>
                </c:pt>
                <c:pt idx="6">
                  <c:v>0.46820000000000001</c:v>
                </c:pt>
                <c:pt idx="7">
                  <c:v>0.1225</c:v>
                </c:pt>
                <c:pt idx="8">
                  <c:v>0.1366</c:v>
                </c:pt>
                <c:pt idx="9">
                  <c:v>0.15179999999999999</c:v>
                </c:pt>
                <c:pt idx="10">
                  <c:v>8.8200000000000001E-2</c:v>
                </c:pt>
                <c:pt idx="11">
                  <c:v>0.19420000000000001</c:v>
                </c:pt>
                <c:pt idx="12">
                  <c:v>0.60109999999999997</c:v>
                </c:pt>
                <c:pt idx="13">
                  <c:v>0.89249999999999996</c:v>
                </c:pt>
                <c:pt idx="14">
                  <c:v>0.2467</c:v>
                </c:pt>
                <c:pt idx="15">
                  <c:v>0.1211</c:v>
                </c:pt>
                <c:pt idx="16">
                  <c:v>0.15629999999999999</c:v>
                </c:pt>
                <c:pt idx="17">
                  <c:v>9.5899999999999999E-2</c:v>
                </c:pt>
                <c:pt idx="18">
                  <c:v>0.1968</c:v>
                </c:pt>
                <c:pt idx="19">
                  <c:v>0.57709999999999995</c:v>
                </c:pt>
                <c:pt idx="20">
                  <c:v>0.90139999999999998</c:v>
                </c:pt>
                <c:pt idx="21">
                  <c:v>0.1157</c:v>
                </c:pt>
                <c:pt idx="22">
                  <c:v>0.13189999999999999</c:v>
                </c:pt>
                <c:pt idx="23">
                  <c:v>0.1469</c:v>
                </c:pt>
                <c:pt idx="24">
                  <c:v>8.5099999999999995E-2</c:v>
                </c:pt>
                <c:pt idx="25">
                  <c:v>0.189</c:v>
                </c:pt>
                <c:pt idx="26">
                  <c:v>0.59140000000000004</c:v>
                </c:pt>
                <c:pt idx="27">
                  <c:v>0.89100000000000001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8C-4438-A4CC-CB74D85D24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aten::nll_loss_forward</c:v>
                </c:pt>
              </c:strCache>
            </c:strRef>
          </c:tx>
          <c:spPr>
            <a:pattFill prst="pct30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0.1774</c:v>
                </c:pt>
                <c:pt idx="1">
                  <c:v>7.2700000000000001E-2</c:v>
                </c:pt>
                <c:pt idx="2">
                  <c:v>8.3599999999999994E-2</c:v>
                </c:pt>
                <c:pt idx="3">
                  <c:v>0.1946</c:v>
                </c:pt>
                <c:pt idx="4">
                  <c:v>0.1341</c:v>
                </c:pt>
                <c:pt idx="5">
                  <c:v>4.65E-2</c:v>
                </c:pt>
                <c:pt idx="6">
                  <c:v>8.3000000000000001E-3</c:v>
                </c:pt>
                <c:pt idx="7">
                  <c:v>0.2923</c:v>
                </c:pt>
                <c:pt idx="8">
                  <c:v>0.34320000000000001</c:v>
                </c:pt>
                <c:pt idx="9">
                  <c:v>0.40679999999999999</c:v>
                </c:pt>
                <c:pt idx="10">
                  <c:v>0.45800000000000002</c:v>
                </c:pt>
                <c:pt idx="11">
                  <c:v>0.39750000000000002</c:v>
                </c:pt>
                <c:pt idx="12">
                  <c:v>0.2167</c:v>
                </c:pt>
                <c:pt idx="13">
                  <c:v>6.1400000000000003E-2</c:v>
                </c:pt>
                <c:pt idx="14">
                  <c:v>0.23100000000000001</c:v>
                </c:pt>
                <c:pt idx="15">
                  <c:v>0.3669</c:v>
                </c:pt>
                <c:pt idx="16">
                  <c:v>0.39019999999999999</c:v>
                </c:pt>
                <c:pt idx="17">
                  <c:v>0.4466</c:v>
                </c:pt>
                <c:pt idx="18">
                  <c:v>0.38650000000000001</c:v>
                </c:pt>
                <c:pt idx="19">
                  <c:v>0.22689999999999999</c:v>
                </c:pt>
                <c:pt idx="20">
                  <c:v>5.7799999999999997E-2</c:v>
                </c:pt>
                <c:pt idx="21">
                  <c:v>0.27739999999999998</c:v>
                </c:pt>
                <c:pt idx="22">
                  <c:v>0.33179999999999998</c:v>
                </c:pt>
                <c:pt idx="23">
                  <c:v>0.39219999999999999</c:v>
                </c:pt>
                <c:pt idx="24">
                  <c:v>0.44390000000000002</c:v>
                </c:pt>
                <c:pt idx="25">
                  <c:v>0.38829999999999998</c:v>
                </c:pt>
                <c:pt idx="26">
                  <c:v>0.2127</c:v>
                </c:pt>
                <c:pt idx="27">
                  <c:v>6.1499999999999999E-2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8C-4438-A4CC-CB74D85D242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aten::nll_loss_backward</c:v>
                </c:pt>
              </c:strCache>
            </c:strRef>
          </c:tx>
          <c:spPr>
            <a:pattFill prst="pct40">
              <a:fgClr>
                <a:srgbClr val="7030A0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8.9700000000000002E-2</c:v>
                </c:pt>
                <c:pt idx="1">
                  <c:v>4.2599999999999999E-2</c:v>
                </c:pt>
                <c:pt idx="2">
                  <c:v>5.0500000000000003E-2</c:v>
                </c:pt>
                <c:pt idx="3">
                  <c:v>0.1196</c:v>
                </c:pt>
                <c:pt idx="4">
                  <c:v>8.2199999999999995E-2</c:v>
                </c:pt>
                <c:pt idx="5">
                  <c:v>2.8500000000000001E-2</c:v>
                </c:pt>
                <c:pt idx="6">
                  <c:v>5.1999999999999998E-3</c:v>
                </c:pt>
                <c:pt idx="7">
                  <c:v>0.14249999999999999</c:v>
                </c:pt>
                <c:pt idx="8">
                  <c:v>0.20449999999999999</c:v>
                </c:pt>
                <c:pt idx="9">
                  <c:v>0.24959999999999999</c:v>
                </c:pt>
                <c:pt idx="10">
                  <c:v>0.28010000000000002</c:v>
                </c:pt>
                <c:pt idx="11">
                  <c:v>0.2424</c:v>
                </c:pt>
                <c:pt idx="12">
                  <c:v>0.126</c:v>
                </c:pt>
                <c:pt idx="13">
                  <c:v>2.9499999999999998E-2</c:v>
                </c:pt>
                <c:pt idx="14">
                  <c:v>0.11210000000000001</c:v>
                </c:pt>
                <c:pt idx="15">
                  <c:v>0.2198</c:v>
                </c:pt>
                <c:pt idx="16">
                  <c:v>0.23949999999999999</c:v>
                </c:pt>
                <c:pt idx="17">
                  <c:v>0.27300000000000002</c:v>
                </c:pt>
                <c:pt idx="18">
                  <c:v>0.2344</c:v>
                </c:pt>
                <c:pt idx="19">
                  <c:v>0.1323</c:v>
                </c:pt>
                <c:pt idx="20">
                  <c:v>2.7799999999999998E-2</c:v>
                </c:pt>
                <c:pt idx="21">
                  <c:v>0.13489999999999999</c:v>
                </c:pt>
                <c:pt idx="22">
                  <c:v>0.1966</c:v>
                </c:pt>
                <c:pt idx="23">
                  <c:v>0.24129999999999999</c:v>
                </c:pt>
                <c:pt idx="24">
                  <c:v>0.27110000000000001</c:v>
                </c:pt>
                <c:pt idx="25">
                  <c:v>0.2366</c:v>
                </c:pt>
                <c:pt idx="26">
                  <c:v>0.124</c:v>
                </c:pt>
                <c:pt idx="27">
                  <c:v>2.9600000000000001E-2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8C-4438-A4CC-CB74D85D242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aten::mm</c:v>
                </c:pt>
              </c:strCache>
            </c:strRef>
          </c:tx>
          <c:spPr>
            <a:pattFill prst="ltDnDiag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0.1444</c:v>
                </c:pt>
                <c:pt idx="1">
                  <c:v>6.7100000000000007E-2</c:v>
                </c:pt>
                <c:pt idx="2">
                  <c:v>3.0200000000000001E-2</c:v>
                </c:pt>
                <c:pt idx="3">
                  <c:v>5.4899999999999997E-2</c:v>
                </c:pt>
                <c:pt idx="4">
                  <c:v>4.1700000000000001E-2</c:v>
                </c:pt>
                <c:pt idx="5">
                  <c:v>7.6E-3</c:v>
                </c:pt>
                <c:pt idx="6">
                  <c:v>8.9999999999999998E-4</c:v>
                </c:pt>
                <c:pt idx="7">
                  <c:v>0.1855</c:v>
                </c:pt>
                <c:pt idx="8">
                  <c:v>6.7299999999999999E-2</c:v>
                </c:pt>
                <c:pt idx="9">
                  <c:v>5.04E-2</c:v>
                </c:pt>
                <c:pt idx="10">
                  <c:v>4.9599999999999998E-2</c:v>
                </c:pt>
                <c:pt idx="11">
                  <c:v>4.7399999999999998E-2</c:v>
                </c:pt>
                <c:pt idx="12">
                  <c:v>1.6500000000000001E-2</c:v>
                </c:pt>
                <c:pt idx="13">
                  <c:v>5.0000000000000001E-3</c:v>
                </c:pt>
                <c:pt idx="14">
                  <c:v>7.0599999999999996E-2</c:v>
                </c:pt>
                <c:pt idx="15">
                  <c:v>4.5999999999999999E-2</c:v>
                </c:pt>
                <c:pt idx="16">
                  <c:v>3.1699999999999999E-2</c:v>
                </c:pt>
                <c:pt idx="17">
                  <c:v>2.7799999999999998E-2</c:v>
                </c:pt>
                <c:pt idx="18">
                  <c:v>2.6200000000000001E-2</c:v>
                </c:pt>
                <c:pt idx="19">
                  <c:v>9.1000000000000004E-3</c:v>
                </c:pt>
                <c:pt idx="20">
                  <c:v>2.5999999999999999E-3</c:v>
                </c:pt>
                <c:pt idx="21">
                  <c:v>0.33800000000000002</c:v>
                </c:pt>
                <c:pt idx="22">
                  <c:v>0.12529999999999999</c:v>
                </c:pt>
                <c:pt idx="23">
                  <c:v>0.1048</c:v>
                </c:pt>
                <c:pt idx="24">
                  <c:v>9.4700000000000006E-2</c:v>
                </c:pt>
                <c:pt idx="25">
                  <c:v>9.0700000000000003E-2</c:v>
                </c:pt>
                <c:pt idx="26">
                  <c:v>3.6999999999999998E-2</c:v>
                </c:pt>
                <c:pt idx="27">
                  <c:v>9.2999999999999992E-3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8C-4438-A4CC-CB74D85D242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aten::mul</c:v>
                </c:pt>
              </c:strCache>
            </c:strRef>
          </c:tx>
          <c:spPr>
            <a:pattFill prst="smCheck">
              <a:fgClr>
                <a:srgbClr val="C00000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5.74E-2</c:v>
                </c:pt>
                <c:pt idx="1">
                  <c:v>8.5900000000000004E-2</c:v>
                </c:pt>
                <c:pt idx="2">
                  <c:v>4.24E-2</c:v>
                </c:pt>
                <c:pt idx="3">
                  <c:v>8.5199999999999998E-2</c:v>
                </c:pt>
                <c:pt idx="4">
                  <c:v>6.2100000000000002E-2</c:v>
                </c:pt>
                <c:pt idx="5">
                  <c:v>2.8000000000000001E-2</c:v>
                </c:pt>
                <c:pt idx="6">
                  <c:v>2.75E-2</c:v>
                </c:pt>
                <c:pt idx="7">
                  <c:v>9.8299999999999998E-2</c:v>
                </c:pt>
                <c:pt idx="8">
                  <c:v>4.7100000000000003E-2</c:v>
                </c:pt>
                <c:pt idx="9">
                  <c:v>4.3700000000000003E-2</c:v>
                </c:pt>
                <c:pt idx="10">
                  <c:v>3.8800000000000001E-2</c:v>
                </c:pt>
                <c:pt idx="11">
                  <c:v>3.9699999999999999E-2</c:v>
                </c:pt>
                <c:pt idx="12">
                  <c:v>1.29E-2</c:v>
                </c:pt>
                <c:pt idx="13">
                  <c:v>2.8999999999999998E-3</c:v>
                </c:pt>
                <c:pt idx="14">
                  <c:v>6.7000000000000004E-2</c:v>
                </c:pt>
                <c:pt idx="15">
                  <c:v>1.15E-2</c:v>
                </c:pt>
                <c:pt idx="16">
                  <c:v>2.3800000000000002E-2</c:v>
                </c:pt>
                <c:pt idx="17">
                  <c:v>2.0500000000000001E-2</c:v>
                </c:pt>
                <c:pt idx="18">
                  <c:v>2.3400000000000001E-2</c:v>
                </c:pt>
                <c:pt idx="19">
                  <c:v>7.6E-3</c:v>
                </c:pt>
                <c:pt idx="20">
                  <c:v>1.1999999999999999E-3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8C-4438-A4CC-CB74D85D2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100"/>
        <c:axId val="926655424"/>
        <c:axId val="926657984"/>
      </c:barChart>
      <c:catAx>
        <c:axId val="926655424"/>
        <c:scaling>
          <c:orientation val="minMax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2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657984"/>
        <c:crosses val="autoZero"/>
        <c:auto val="1"/>
        <c:lblAlgn val="ctr"/>
        <c:lblOffset val="100"/>
        <c:noMultiLvlLbl val="0"/>
      </c:catAx>
      <c:valAx>
        <c:axId val="92665798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Percentage</a:t>
                </a: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1.4089147716392445E-2"/>
              <c:y val="0.266646988870254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655424"/>
        <c:crosses val="autoZero"/>
        <c:crossBetween val="between"/>
        <c:majorUnit val="0.2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2177601458346285"/>
          <c:y val="1.885384967220613E-2"/>
          <c:w val="0.77182801544587543"/>
          <c:h val="7.4173014178990707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6721396317457877E-2"/>
          <c:y val="7.9149013562665599E-2"/>
          <c:w val="0.91611625638455652"/>
          <c:h val="0.752714499161457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aten::nll_loss_forward</c:v>
                </c:pt>
              </c:strCache>
            </c:strRef>
          </c:tx>
          <c:spPr>
            <a:pattFill prst="dkUpDiag">
              <a:fgClr>
                <a:schemeClr val="accent1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0.1328</c:v>
                </c:pt>
                <c:pt idx="1">
                  <c:v>2.8299999999999999E-2</c:v>
                </c:pt>
                <c:pt idx="2">
                  <c:v>7.6100000000000001E-2</c:v>
                </c:pt>
                <c:pt idx="3">
                  <c:v>0.1106</c:v>
                </c:pt>
                <c:pt idx="4">
                  <c:v>7.3300000000000004E-2</c:v>
                </c:pt>
                <c:pt idx="5">
                  <c:v>0</c:v>
                </c:pt>
                <c:pt idx="6">
                  <c:v>0</c:v>
                </c:pt>
                <c:pt idx="7">
                  <c:v>0.2782</c:v>
                </c:pt>
                <c:pt idx="8">
                  <c:v>0.12889999999999999</c:v>
                </c:pt>
                <c:pt idx="9">
                  <c:v>0.2676</c:v>
                </c:pt>
                <c:pt idx="10">
                  <c:v>0.34899999999999998</c:v>
                </c:pt>
                <c:pt idx="11">
                  <c:v>0.27179999999999999</c:v>
                </c:pt>
                <c:pt idx="12">
                  <c:v>8.7099999999999997E-2</c:v>
                </c:pt>
                <c:pt idx="13">
                  <c:v>1.0500000000000001E-2</c:v>
                </c:pt>
                <c:pt idx="14">
                  <c:v>0.1371</c:v>
                </c:pt>
                <c:pt idx="15">
                  <c:v>0.29070000000000001</c:v>
                </c:pt>
                <c:pt idx="16">
                  <c:v>0.26950000000000002</c:v>
                </c:pt>
                <c:pt idx="17">
                  <c:v>0.38319999999999999</c:v>
                </c:pt>
                <c:pt idx="18">
                  <c:v>0.27289999999999998</c:v>
                </c:pt>
                <c:pt idx="19">
                  <c:v>8.7300000000000003E-2</c:v>
                </c:pt>
                <c:pt idx="20">
                  <c:v>1.8100000000000002E-2</c:v>
                </c:pt>
                <c:pt idx="21">
                  <c:v>0.13109999999999999</c:v>
                </c:pt>
                <c:pt idx="22">
                  <c:v>0.26719999999999999</c:v>
                </c:pt>
                <c:pt idx="23">
                  <c:v>0.25990000000000002</c:v>
                </c:pt>
                <c:pt idx="24">
                  <c:v>0.36959999999999998</c:v>
                </c:pt>
                <c:pt idx="25">
                  <c:v>0.26669999999999999</c:v>
                </c:pt>
                <c:pt idx="26">
                  <c:v>8.5300000000000001E-2</c:v>
                </c:pt>
                <c:pt idx="27">
                  <c:v>1.4999999999999999E-2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8C-4438-A4CC-CB74D85D24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aten::index_select</c:v>
                </c:pt>
              </c:strCache>
            </c:strRef>
          </c:tx>
          <c:spPr>
            <a:pattFill prst="pct30">
              <a:fgClr>
                <a:schemeClr val="accent2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7.4800000000000005E-2</c:v>
                </c:pt>
                <c:pt idx="1">
                  <c:v>0.13009999999999999</c:v>
                </c:pt>
                <c:pt idx="2">
                  <c:v>0.1002</c:v>
                </c:pt>
                <c:pt idx="3">
                  <c:v>9.2200000000000004E-2</c:v>
                </c:pt>
                <c:pt idx="4">
                  <c:v>0.1171</c:v>
                </c:pt>
                <c:pt idx="5">
                  <c:v>0</c:v>
                </c:pt>
                <c:pt idx="6">
                  <c:v>0</c:v>
                </c:pt>
                <c:pt idx="7">
                  <c:v>3.1099999999999999E-2</c:v>
                </c:pt>
                <c:pt idx="8">
                  <c:v>0.14449999999999999</c:v>
                </c:pt>
                <c:pt idx="9">
                  <c:v>8.5900000000000004E-2</c:v>
                </c:pt>
                <c:pt idx="10">
                  <c:v>6.4500000000000002E-2</c:v>
                </c:pt>
                <c:pt idx="11">
                  <c:v>9.8500000000000004E-2</c:v>
                </c:pt>
                <c:pt idx="12">
                  <c:v>0.15629999999999999</c:v>
                </c:pt>
                <c:pt idx="13">
                  <c:v>9.9099999999999994E-2</c:v>
                </c:pt>
                <c:pt idx="14">
                  <c:v>0.26850000000000002</c:v>
                </c:pt>
                <c:pt idx="15">
                  <c:v>0.156</c:v>
                </c:pt>
                <c:pt idx="16">
                  <c:v>0.17510000000000001</c:v>
                </c:pt>
                <c:pt idx="17">
                  <c:v>0.12089999999999999</c:v>
                </c:pt>
                <c:pt idx="18">
                  <c:v>0.25140000000000001</c:v>
                </c:pt>
                <c:pt idx="19">
                  <c:v>0.45839999999999997</c:v>
                </c:pt>
                <c:pt idx="20">
                  <c:v>0.22919999999999999</c:v>
                </c:pt>
                <c:pt idx="21">
                  <c:v>0.25679999999999997</c:v>
                </c:pt>
                <c:pt idx="22">
                  <c:v>0.14380000000000001</c:v>
                </c:pt>
                <c:pt idx="23">
                  <c:v>0.16900000000000001</c:v>
                </c:pt>
                <c:pt idx="24">
                  <c:v>0.1166</c:v>
                </c:pt>
                <c:pt idx="25">
                  <c:v>0.2432</c:v>
                </c:pt>
                <c:pt idx="26">
                  <c:v>0.44479999999999997</c:v>
                </c:pt>
                <c:pt idx="27">
                  <c:v>0.19020000000000001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8C-4438-A4CC-CB74D85D242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aten::scatter_add_</c:v>
                </c:pt>
              </c:strCache>
            </c:strRef>
          </c:tx>
          <c:spPr>
            <a:pattFill prst="pct40">
              <a:fgClr>
                <a:srgbClr val="7030A0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4.1700000000000001E-2</c:v>
                </c:pt>
                <c:pt idx="1">
                  <c:v>7.8799999999999995E-2</c:v>
                </c:pt>
                <c:pt idx="2">
                  <c:v>0.1105</c:v>
                </c:pt>
                <c:pt idx="3">
                  <c:v>5.0799999999999998E-2</c:v>
                </c:pt>
                <c:pt idx="4">
                  <c:v>5.8700000000000002E-2</c:v>
                </c:pt>
                <c:pt idx="5">
                  <c:v>0</c:v>
                </c:pt>
                <c:pt idx="6">
                  <c:v>0</c:v>
                </c:pt>
                <c:pt idx="7">
                  <c:v>3.4500000000000003E-2</c:v>
                </c:pt>
                <c:pt idx="8">
                  <c:v>8.9599999999999999E-2</c:v>
                </c:pt>
                <c:pt idx="9">
                  <c:v>0.10059999999999999</c:v>
                </c:pt>
                <c:pt idx="10">
                  <c:v>4.5999999999999999E-2</c:v>
                </c:pt>
                <c:pt idx="11">
                  <c:v>5.6800000000000003E-2</c:v>
                </c:pt>
                <c:pt idx="12">
                  <c:v>9.9599999999999994E-2</c:v>
                </c:pt>
                <c:pt idx="13">
                  <c:v>0.41389999999999999</c:v>
                </c:pt>
                <c:pt idx="14">
                  <c:v>0.2646</c:v>
                </c:pt>
                <c:pt idx="15">
                  <c:v>8.7499999999999994E-2</c:v>
                </c:pt>
                <c:pt idx="16">
                  <c:v>0.21049999999999999</c:v>
                </c:pt>
                <c:pt idx="17">
                  <c:v>7.2599999999999998E-2</c:v>
                </c:pt>
                <c:pt idx="18">
                  <c:v>0.1331</c:v>
                </c:pt>
                <c:pt idx="19">
                  <c:v>0.2402</c:v>
                </c:pt>
                <c:pt idx="20">
                  <c:v>0.52990000000000004</c:v>
                </c:pt>
                <c:pt idx="21">
                  <c:v>0.25819999999999999</c:v>
                </c:pt>
                <c:pt idx="22">
                  <c:v>9.1399999999999995E-2</c:v>
                </c:pt>
                <c:pt idx="23">
                  <c:v>0.21160000000000001</c:v>
                </c:pt>
                <c:pt idx="24">
                  <c:v>7.3700000000000002E-2</c:v>
                </c:pt>
                <c:pt idx="25">
                  <c:v>0.1353</c:v>
                </c:pt>
                <c:pt idx="26">
                  <c:v>0.25219999999999998</c:v>
                </c:pt>
                <c:pt idx="27">
                  <c:v>0.60209999999999997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8C-4438-A4CC-CB74D85D242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aten::nll_loss_backward</c:v>
                </c:pt>
              </c:strCache>
            </c:strRef>
          </c:tx>
          <c:spPr>
            <a:pattFill prst="ltDnDiag">
              <a:fgClr>
                <a:schemeClr val="accent6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0</c:v>
                </c:pt>
                <c:pt idx="1">
                  <c:v>1.66E-2</c:v>
                </c:pt>
                <c:pt idx="2">
                  <c:v>4.5900000000000003E-2</c:v>
                </c:pt>
                <c:pt idx="3">
                  <c:v>6.7599999999999993E-2</c:v>
                </c:pt>
                <c:pt idx="4">
                  <c:v>4.4900000000000002E-2</c:v>
                </c:pt>
                <c:pt idx="5">
                  <c:v>0</c:v>
                </c:pt>
                <c:pt idx="6">
                  <c:v>0</c:v>
                </c:pt>
                <c:pt idx="7">
                  <c:v>0.13519999999999999</c:v>
                </c:pt>
                <c:pt idx="8">
                  <c:v>7.6600000000000001E-2</c:v>
                </c:pt>
                <c:pt idx="9">
                  <c:v>0.16470000000000001</c:v>
                </c:pt>
                <c:pt idx="10">
                  <c:v>0.21340000000000001</c:v>
                </c:pt>
                <c:pt idx="11">
                  <c:v>0.16539999999999999</c:v>
                </c:pt>
                <c:pt idx="12">
                  <c:v>5.0700000000000002E-2</c:v>
                </c:pt>
                <c:pt idx="13">
                  <c:v>5.0000000000000001E-3</c:v>
                </c:pt>
                <c:pt idx="14">
                  <c:v>6.6600000000000006E-2</c:v>
                </c:pt>
                <c:pt idx="15">
                  <c:v>0.1734</c:v>
                </c:pt>
                <c:pt idx="16">
                  <c:v>0.16569999999999999</c:v>
                </c:pt>
                <c:pt idx="17">
                  <c:v>0.2344</c:v>
                </c:pt>
                <c:pt idx="18">
                  <c:v>0.16639999999999999</c:v>
                </c:pt>
                <c:pt idx="19">
                  <c:v>5.0999999999999997E-2</c:v>
                </c:pt>
                <c:pt idx="20">
                  <c:v>8.6999999999999994E-3</c:v>
                </c:pt>
                <c:pt idx="21">
                  <c:v>6.3600000000000004E-2</c:v>
                </c:pt>
                <c:pt idx="22">
                  <c:v>0.15939999999999999</c:v>
                </c:pt>
                <c:pt idx="23">
                  <c:v>0.16009999999999999</c:v>
                </c:pt>
                <c:pt idx="24">
                  <c:v>0.22589999999999999</c:v>
                </c:pt>
                <c:pt idx="25">
                  <c:v>0.1623</c:v>
                </c:pt>
                <c:pt idx="26">
                  <c:v>4.9599999999999998E-2</c:v>
                </c:pt>
                <c:pt idx="27">
                  <c:v>7.1999999999999998E-3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8C-4438-A4CC-CB74D85D242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aten::mul</c:v>
                </c:pt>
              </c:strCache>
            </c:strRef>
          </c:tx>
          <c:spPr>
            <a:pattFill prst="smCheck">
              <a:fgClr>
                <a:srgbClr val="C00000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cat>
            <c:strRef>
              <c:f>Sheet1!$A$2:$A$29</c:f>
              <c:strCache>
                <c:ptCount val="28"/>
                <c:pt idx="0">
                  <c:v>PubMed</c:v>
                </c:pt>
                <c:pt idx="1">
                  <c:v>PPI</c:v>
                </c:pt>
                <c:pt idx="2">
                  <c:v>arXiv</c:v>
                </c:pt>
                <c:pt idx="3">
                  <c:v>DD</c:v>
                </c:pt>
                <c:pt idx="4">
                  <c:v>COLLAB</c:v>
                </c:pt>
                <c:pt idx="5">
                  <c:v>PPA</c:v>
                </c:pt>
                <c:pt idx="6">
                  <c:v>PROTEINS</c:v>
                </c:pt>
                <c:pt idx="7">
                  <c:v>PubMed</c:v>
                </c:pt>
                <c:pt idx="8">
                  <c:v>PPI</c:v>
                </c:pt>
                <c:pt idx="9">
                  <c:v>arXiv</c:v>
                </c:pt>
                <c:pt idx="10">
                  <c:v>DD</c:v>
                </c:pt>
                <c:pt idx="11">
                  <c:v>COLLAB</c:v>
                </c:pt>
                <c:pt idx="12">
                  <c:v>PPA</c:v>
                </c:pt>
                <c:pt idx="13">
                  <c:v>PROTEINS</c:v>
                </c:pt>
                <c:pt idx="14">
                  <c:v>PubMed</c:v>
                </c:pt>
                <c:pt idx="15">
                  <c:v>PPI</c:v>
                </c:pt>
                <c:pt idx="16">
                  <c:v>arXiv</c:v>
                </c:pt>
                <c:pt idx="17">
                  <c:v>DD</c:v>
                </c:pt>
                <c:pt idx="18">
                  <c:v>COLLAB</c:v>
                </c:pt>
                <c:pt idx="19">
                  <c:v>PPA</c:v>
                </c:pt>
                <c:pt idx="20">
                  <c:v>PROTEINS</c:v>
                </c:pt>
                <c:pt idx="21">
                  <c:v>PubMed</c:v>
                </c:pt>
                <c:pt idx="22">
                  <c:v>PPI</c:v>
                </c:pt>
                <c:pt idx="23">
                  <c:v>arXiv</c:v>
                </c:pt>
                <c:pt idx="24">
                  <c:v>DD</c:v>
                </c:pt>
                <c:pt idx="25">
                  <c:v>COLLAB</c:v>
                </c:pt>
                <c:pt idx="26">
                  <c:v>PPA</c:v>
                </c:pt>
                <c:pt idx="27">
                  <c:v>PROTEINS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0.1525</c:v>
                </c:pt>
                <c:pt idx="1">
                  <c:v>0.3165</c:v>
                </c:pt>
                <c:pt idx="2">
                  <c:v>0.20830000000000001</c:v>
                </c:pt>
                <c:pt idx="3">
                  <c:v>0.2137</c:v>
                </c:pt>
                <c:pt idx="4">
                  <c:v>0.2346</c:v>
                </c:pt>
                <c:pt idx="5">
                  <c:v>0</c:v>
                </c:pt>
                <c:pt idx="6">
                  <c:v>0</c:v>
                </c:pt>
                <c:pt idx="7">
                  <c:v>0.05</c:v>
                </c:pt>
                <c:pt idx="8">
                  <c:v>0.19620000000000001</c:v>
                </c:pt>
                <c:pt idx="9">
                  <c:v>9.7100000000000006E-2</c:v>
                </c:pt>
                <c:pt idx="10">
                  <c:v>8.3000000000000004E-2</c:v>
                </c:pt>
                <c:pt idx="11">
                  <c:v>0.1172</c:v>
                </c:pt>
                <c:pt idx="12">
                  <c:v>0.1719</c:v>
                </c:pt>
                <c:pt idx="13">
                  <c:v>0.1414</c:v>
                </c:pt>
                <c:pt idx="14">
                  <c:v>3.9600000000000003E-2</c:v>
                </c:pt>
                <c:pt idx="15">
                  <c:v>9.1999999999999998E-3</c:v>
                </c:pt>
                <c:pt idx="16">
                  <c:v>1.6400000000000001E-2</c:v>
                </c:pt>
                <c:pt idx="17">
                  <c:v>1.7500000000000002E-2</c:v>
                </c:pt>
                <c:pt idx="18">
                  <c:v>1.6500000000000001E-2</c:v>
                </c:pt>
                <c:pt idx="19">
                  <c:v>2.8999999999999998E-3</c:v>
                </c:pt>
                <c:pt idx="20">
                  <c:v>4.0000000000000002E-4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8C-4438-A4CC-CB74D85D24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6"/>
        <c:overlap val="100"/>
        <c:axId val="926655424"/>
        <c:axId val="926657984"/>
      </c:barChart>
      <c:catAx>
        <c:axId val="926655424"/>
        <c:scaling>
          <c:orientation val="minMax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20000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657984"/>
        <c:crosses val="autoZero"/>
        <c:auto val="1"/>
        <c:lblAlgn val="ctr"/>
        <c:lblOffset val="100"/>
        <c:noMultiLvlLbl val="0"/>
      </c:catAx>
      <c:valAx>
        <c:axId val="92665798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Percentage</a:t>
                </a: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1.4089147716392445E-2"/>
              <c:y val="0.266646988870254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655424"/>
        <c:crosses val="autoZero"/>
        <c:crossBetween val="between"/>
        <c:majorUnit val="0.2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2177601458346285"/>
          <c:y val="1.885384967220613E-2"/>
          <c:w val="0.77182801544587543"/>
          <c:h val="7.4173014178990707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552553196266546"/>
          <c:y val="7.9149013562665599E-2"/>
          <c:w val="0.87731213126847196"/>
          <c:h val="0.752714516129032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V100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0568BEB5-0C23-4E96-A150-1C801152FAFD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2137-47DF-B5EB-6E662A689D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C04FCD1-391D-4300-ADB9-3B261DFED5DA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2137-47DF-B5EB-6E662A689D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AB20484-F6AF-4771-BE06-47CF3D2DFE8D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2137-47DF-B5EB-6E662A689D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A1ADD768-5A27-4B65-97BD-E35E1B4465EE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2137-47DF-B5EB-6E662A689D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E427B059-4D54-4313-803A-FD4C5C1924C6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2137-47DF-B5EB-6E662A689D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73271381-43F3-498D-A838-0832453CD32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2137-47DF-B5EB-6E662A689D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DGL</c:v>
                </c:pt>
                <c:pt idx="1">
                  <c:v>PyG</c:v>
                </c:pt>
                <c:pt idx="2">
                  <c:v>DGL</c:v>
                </c:pt>
                <c:pt idx="3">
                  <c:v>PyG</c:v>
                </c:pt>
                <c:pt idx="4">
                  <c:v>DGL</c:v>
                </c:pt>
                <c:pt idx="5">
                  <c:v>PyG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6.728678801</c:v>
                </c:pt>
                <c:pt idx="1">
                  <c:v>3.0384968290000001</c:v>
                </c:pt>
                <c:pt idx="2">
                  <c:v>6.3482150700000002</c:v>
                </c:pt>
                <c:pt idx="3">
                  <c:v>4.4022131580000003</c:v>
                </c:pt>
                <c:pt idx="4">
                  <c:v>6.2844725410000004</c:v>
                </c:pt>
                <c:pt idx="5">
                  <c:v>3.81615745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Sheet1!$D$2:$D$7</c15:f>
                <c15:dlblRangeCache>
                  <c:ptCount val="6"/>
                  <c:pt idx="0">
                    <c:v>39%</c:v>
                  </c:pt>
                  <c:pt idx="1">
                    <c:v>75%</c:v>
                  </c:pt>
                  <c:pt idx="2">
                    <c:v>34%</c:v>
                  </c:pt>
                  <c:pt idx="3">
                    <c:v>64%</c:v>
                  </c:pt>
                  <c:pt idx="4">
                    <c:v>36%</c:v>
                  </c:pt>
                  <c:pt idx="5">
                    <c:v>69%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E8F3-44F4-9D54-8AEF96C0BB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A100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C21AEB5E-D8AB-474D-832B-B9A1C79BF0C0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9-2137-47DF-B5EB-6E662A689D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15FC956-D296-4733-8397-AA9E382AD340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2137-47DF-B5EB-6E662A689D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86E16D20-D272-48B6-AAE8-1A4A78D4C226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2137-47DF-B5EB-6E662A689D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8AFBC14B-628A-4CFE-9F13-EB259E7568D2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2137-47DF-B5EB-6E662A689D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BDFECD97-27FF-4E54-A06A-54047674C345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2137-47DF-B5EB-6E662A689D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513A69F2-3E0F-4E5B-9984-7A5F3BAED05F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2137-47DF-B5EB-6E662A689DF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DGL</c:v>
                </c:pt>
                <c:pt idx="1">
                  <c:v>PyG</c:v>
                </c:pt>
                <c:pt idx="2">
                  <c:v>DGL</c:v>
                </c:pt>
                <c:pt idx="3">
                  <c:v>PyG</c:v>
                </c:pt>
                <c:pt idx="4">
                  <c:v>DGL</c:v>
                </c:pt>
                <c:pt idx="5">
                  <c:v>PyG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7.282895602</c:v>
                </c:pt>
                <c:pt idx="1">
                  <c:v>4.1766131790000003</c:v>
                </c:pt>
                <c:pt idx="2">
                  <c:v>7.2761358940000003</c:v>
                </c:pt>
                <c:pt idx="3">
                  <c:v>5.9669147630000001</c:v>
                </c:pt>
                <c:pt idx="4">
                  <c:v>7.6088852280000001</c:v>
                </c:pt>
                <c:pt idx="5">
                  <c:v>5.185577855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Sheet1!$E$2:$E$7</c15:f>
                <c15:dlblRangeCache>
                  <c:ptCount val="6"/>
                  <c:pt idx="0">
                    <c:v>31%</c:v>
                  </c:pt>
                  <c:pt idx="1">
                    <c:v>66%</c:v>
                  </c:pt>
                  <c:pt idx="2">
                    <c:v>33%</c:v>
                  </c:pt>
                  <c:pt idx="3">
                    <c:v>60%</c:v>
                  </c:pt>
                  <c:pt idx="4">
                    <c:v>31%</c:v>
                  </c:pt>
                  <c:pt idx="5">
                    <c:v>61%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1-E8F3-44F4-9D54-8AEF96C0BB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6"/>
        <c:axId val="926655424"/>
        <c:axId val="926657984"/>
      </c:barChart>
      <c:catAx>
        <c:axId val="926655424"/>
        <c:scaling>
          <c:orientation val="minMax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657984"/>
        <c:crosses val="autoZero"/>
        <c:auto val="1"/>
        <c:lblAlgn val="ctr"/>
        <c:lblOffset val="100"/>
        <c:noMultiLvlLbl val="0"/>
      </c:catAx>
      <c:valAx>
        <c:axId val="926657984"/>
        <c:scaling>
          <c:orientation val="minMax"/>
          <c:max val="8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000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Epoch Per Second  (epoch/s)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3.1727388692704743E-2"/>
              <c:y val="0.1199612415998611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655424"/>
        <c:crosses val="autoZero"/>
        <c:crossBetween val="between"/>
        <c:majorUnit val="2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4569025294736383"/>
          <c:y val="0"/>
          <c:w val="0.24126892150265372"/>
          <c:h val="8.8414429134869285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044995565221868"/>
          <c:y val="8.2010123699816015E-2"/>
          <c:w val="0.85937973496471187"/>
          <c:h val="0.752714516129032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V100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FA6474E8-920C-4B6F-9355-222C1981F8FC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0-4BAE-448B-8F8F-CF4AC272D40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1ECC9E6-70E2-4774-97AE-847976268F6D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4BAE-448B-8F8F-CF4AC272D40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44176A58-7DA4-46D1-A175-97F6033D465C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4BAE-448B-8F8F-CF4AC272D40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94F18453-4AD1-4D36-9A1A-84A167E26347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BAE-448B-8F8F-CF4AC272D40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0658411-7F61-48A7-B6E2-0C6BCBDEF74E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4BAE-448B-8F8F-CF4AC272D40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852FFD0-7E44-4A49-A7EE-DF1AFD85DF28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BAE-448B-8F8F-CF4AC272D40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DGL</c:v>
                </c:pt>
                <c:pt idx="1">
                  <c:v>PyG</c:v>
                </c:pt>
                <c:pt idx="2">
                  <c:v>DGL</c:v>
                </c:pt>
                <c:pt idx="3">
                  <c:v>PyG</c:v>
                </c:pt>
                <c:pt idx="4">
                  <c:v>DGL</c:v>
                </c:pt>
                <c:pt idx="5">
                  <c:v>PyG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9767.4369700000007</c:v>
                </c:pt>
                <c:pt idx="1">
                  <c:v>4410.7212030000001</c:v>
                </c:pt>
                <c:pt idx="2">
                  <c:v>9215.150909</c:v>
                </c:pt>
                <c:pt idx="3">
                  <c:v>6390.3094220000003</c:v>
                </c:pt>
                <c:pt idx="4">
                  <c:v>9122.6214309999996</c:v>
                </c:pt>
                <c:pt idx="5">
                  <c:v>5539.5833949999997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Sheet1!$D$2:$D$7</c15:f>
                <c15:dlblRangeCache>
                  <c:ptCount val="6"/>
                  <c:pt idx="0">
                    <c:v>39%</c:v>
                  </c:pt>
                  <c:pt idx="1">
                    <c:v>75%</c:v>
                  </c:pt>
                  <c:pt idx="2">
                    <c:v>34%</c:v>
                  </c:pt>
                  <c:pt idx="3">
                    <c:v>64%</c:v>
                  </c:pt>
                  <c:pt idx="4">
                    <c:v>36%</c:v>
                  </c:pt>
                  <c:pt idx="5">
                    <c:v>69%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BAE-448B-8F8F-CF4AC272D4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A100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79AD30A-0EF9-45F0-B9C6-4A6503F9AF8F}" type="CELLRANGE">
                      <a:rPr lang="en-US" altLang="zh-CN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4BAE-448B-8F8F-CF4AC272D40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96C9FBAC-1AB7-41FA-9E9F-BF5695E364F8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4BAE-448B-8F8F-CF4AC272D40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CF259501-130E-4370-A84C-CFBB832C4A1A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4BAE-448B-8F8F-CF4AC272D40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6981BE65-7C69-4BC7-9CB8-2075FFB9E219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4BAE-448B-8F8F-CF4AC272D40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40D81993-9B13-4491-BA54-84EAB9691B9B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4BAE-448B-8F8F-CF4AC272D40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9178EB2F-FB66-4F73-A636-15DEB5AA988B}" type="CELLRANGE">
                      <a:rPr lang="zh-CN" altLang="en-US"/>
                      <a:pPr/>
                      <a:t>[CELLRANGE]</a:t>
                    </a:fld>
                    <a:endParaRPr lang="zh-CN" alt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4BAE-448B-8F8F-CF4AC272D40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DGL</c:v>
                </c:pt>
                <c:pt idx="1">
                  <c:v>PyG</c:v>
                </c:pt>
                <c:pt idx="2">
                  <c:v>DGL</c:v>
                </c:pt>
                <c:pt idx="3">
                  <c:v>PyG</c:v>
                </c:pt>
                <c:pt idx="4">
                  <c:v>DGL</c:v>
                </c:pt>
                <c:pt idx="5">
                  <c:v>PyG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8936.0682230000002</c:v>
                </c:pt>
                <c:pt idx="1">
                  <c:v>5124.6787469999999</c:v>
                </c:pt>
                <c:pt idx="2">
                  <c:v>8927.7741029999997</c:v>
                </c:pt>
                <c:pt idx="3">
                  <c:v>7321.3678069999996</c:v>
                </c:pt>
                <c:pt idx="4">
                  <c:v>9336.0554950000005</c:v>
                </c:pt>
                <c:pt idx="5">
                  <c:v>6362.6722140000002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Sheet1!$E$2:$E$7</c15:f>
                <c15:dlblRangeCache>
                  <c:ptCount val="6"/>
                  <c:pt idx="0">
                    <c:v>31%</c:v>
                  </c:pt>
                  <c:pt idx="1">
                    <c:v>66%</c:v>
                  </c:pt>
                  <c:pt idx="2">
                    <c:v>33%</c:v>
                  </c:pt>
                  <c:pt idx="3">
                    <c:v>60%</c:v>
                  </c:pt>
                  <c:pt idx="4">
                    <c:v>31%</c:v>
                  </c:pt>
                  <c:pt idx="5">
                    <c:v>61%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D-4BAE-448B-8F8F-CF4AC272D4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6"/>
        <c:axId val="926655424"/>
        <c:axId val="926657984"/>
      </c:barChart>
      <c:catAx>
        <c:axId val="926655424"/>
        <c:scaling>
          <c:orientation val="minMax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657984"/>
        <c:crosses val="autoZero"/>
        <c:auto val="1"/>
        <c:lblAlgn val="ctr"/>
        <c:lblOffset val="100"/>
        <c:noMultiLvlLbl val="0"/>
      </c:catAx>
      <c:valAx>
        <c:axId val="926657984"/>
        <c:scaling>
          <c:orientation val="minMax"/>
          <c:max val="1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 sz="2000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Epoch Per Dollar  (epoch/$)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9.6559337722420466E-3"/>
              <c:y val="0.1199612696054036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zh-CN"/>
          </a:p>
        </c:txPr>
        <c:crossAx val="926655424"/>
        <c:crosses val="autoZero"/>
        <c:crossBetween val="between"/>
        <c:majorUnit val="2000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49552622883976516"/>
          <c:y val="8.583224954160848E-3"/>
          <c:w val="0.24126892150265372"/>
          <c:h val="8.8414429134869285E-2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0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C0A82-8EAE-42A2-842E-DA40D61D1607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982663" y="1279525"/>
            <a:ext cx="9064626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AA4EB-EE07-4E9E-8804-E3FAC64B7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872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A4EB-EE07-4E9E-8804-E3FAC64B715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238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A4EB-EE07-4E9E-8804-E3FAC64B715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527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A4EB-EE07-4E9E-8804-E3FAC64B715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118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A4EB-EE07-4E9E-8804-E3FAC64B715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535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A4EB-EE07-4E9E-8804-E3FAC64B715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353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A4EB-EE07-4E9E-8804-E3FAC64B715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682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AA4EB-EE07-4E9E-8804-E3FAC64B715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386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190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21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88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25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936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764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301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28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22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315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969B2-1B70-455A-8096-9C04FD05845C}" type="datetimeFigureOut">
              <a:rPr lang="zh-CN" altLang="en-US" smtClean="0"/>
              <a:t>2022/6/29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39BD7-F3A2-446D-AA74-42A0ED2CC3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851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C8F9DFC-F164-45AD-8430-D6F98BB87509}"/>
              </a:ext>
            </a:extLst>
          </p:cNvPr>
          <p:cNvGrpSpPr/>
          <p:nvPr/>
        </p:nvGrpSpPr>
        <p:grpSpPr>
          <a:xfrm>
            <a:off x="-1" y="1819496"/>
            <a:ext cx="17905228" cy="3426678"/>
            <a:chOff x="-1" y="1819496"/>
            <a:chExt cx="17905228" cy="3426678"/>
          </a:xfrm>
        </p:grpSpPr>
        <p:graphicFrame>
          <p:nvGraphicFramePr>
            <p:cNvPr id="4" name="图表 3">
              <a:extLst>
                <a:ext uri="{FF2B5EF4-FFF2-40B4-BE49-F238E27FC236}">
                  <a16:creationId xmlns:a16="http://schemas.microsoft.com/office/drawing/2014/main" id="{805F6E53-3F8C-4448-BFA5-3DC54ED4A84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06560893"/>
                </p:ext>
              </p:extLst>
            </p:nvPr>
          </p:nvGraphicFramePr>
          <p:xfrm>
            <a:off x="-1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9" name="图表 8">
              <a:extLst>
                <a:ext uri="{FF2B5EF4-FFF2-40B4-BE49-F238E27FC236}">
                  <a16:creationId xmlns:a16="http://schemas.microsoft.com/office/drawing/2014/main" id="{A4DEA1A1-1DD3-4587-80F5-2DB1817362A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91762422"/>
                </p:ext>
              </p:extLst>
            </p:nvPr>
          </p:nvGraphicFramePr>
          <p:xfrm>
            <a:off x="4476306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0" name="图表 9">
              <a:extLst>
                <a:ext uri="{FF2B5EF4-FFF2-40B4-BE49-F238E27FC236}">
                  <a16:creationId xmlns:a16="http://schemas.microsoft.com/office/drawing/2014/main" id="{69EBEFD8-6360-4A59-9757-2CC17B965FA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04447357"/>
                </p:ext>
              </p:extLst>
            </p:nvPr>
          </p:nvGraphicFramePr>
          <p:xfrm>
            <a:off x="8952613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1" name="图表 10">
              <a:extLst>
                <a:ext uri="{FF2B5EF4-FFF2-40B4-BE49-F238E27FC236}">
                  <a16:creationId xmlns:a16="http://schemas.microsoft.com/office/drawing/2014/main" id="{7F7E101C-31B0-4DA6-97C4-D8F5D309E26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51254390"/>
                </p:ext>
              </p:extLst>
            </p:nvPr>
          </p:nvGraphicFramePr>
          <p:xfrm>
            <a:off x="13428920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77EA7D6-8B6A-44B8-B733-AC6DCC1E148F}"/>
                </a:ext>
              </a:extLst>
            </p:cNvPr>
            <p:cNvSpPr txBox="1"/>
            <p:nvPr/>
          </p:nvSpPr>
          <p:spPr>
            <a:xfrm>
              <a:off x="3526443" y="3822192"/>
              <a:ext cx="400110" cy="539496"/>
            </a:xfrm>
            <a:prstGeom prst="rect">
              <a:avLst/>
            </a:prstGeom>
            <a:noFill/>
            <a:ln>
              <a:noFill/>
            </a:ln>
          </p:spPr>
          <p:txBody>
            <a:bodyPr vert="vert270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FED6743-C279-4060-9DCA-69B2519980F0}"/>
                </a:ext>
              </a:extLst>
            </p:cNvPr>
            <p:cNvSpPr txBox="1"/>
            <p:nvPr/>
          </p:nvSpPr>
          <p:spPr>
            <a:xfrm>
              <a:off x="4001374" y="3822192"/>
              <a:ext cx="400110" cy="539496"/>
            </a:xfrm>
            <a:prstGeom prst="rect">
              <a:avLst/>
            </a:prstGeom>
            <a:noFill/>
            <a:ln>
              <a:noFill/>
            </a:ln>
          </p:spPr>
          <p:txBody>
            <a:bodyPr vert="vert270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5F0A9B0-7646-4E31-8D6A-8322261A3273}"/>
                </a:ext>
              </a:extLst>
            </p:cNvPr>
            <p:cNvSpPr txBox="1"/>
            <p:nvPr/>
          </p:nvSpPr>
          <p:spPr>
            <a:xfrm>
              <a:off x="10712004" y="4818833"/>
              <a:ext cx="94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73D6970-362D-45EB-B759-654B49EBE6FE}"/>
                </a:ext>
              </a:extLst>
            </p:cNvPr>
            <p:cNvSpPr txBox="1"/>
            <p:nvPr/>
          </p:nvSpPr>
          <p:spPr>
            <a:xfrm>
              <a:off x="14730053" y="4876842"/>
              <a:ext cx="1874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GraphSAGE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F300E96-EEE6-4EC5-BA59-6EC8F65A0757}"/>
                </a:ext>
              </a:extLst>
            </p:cNvPr>
            <p:cNvSpPr txBox="1"/>
            <p:nvPr/>
          </p:nvSpPr>
          <p:spPr>
            <a:xfrm>
              <a:off x="6284723" y="4876842"/>
              <a:ext cx="859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GCN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FF41FC2-3C24-430A-B6B7-EF508DB8809E}"/>
                </a:ext>
              </a:extLst>
            </p:cNvPr>
            <p:cNvSpPr txBox="1"/>
            <p:nvPr/>
          </p:nvSpPr>
          <p:spPr>
            <a:xfrm>
              <a:off x="1764748" y="4818833"/>
              <a:ext cx="94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272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46C167C-CEBE-482C-ACEC-92A634D783CB}"/>
              </a:ext>
            </a:extLst>
          </p:cNvPr>
          <p:cNvGrpSpPr/>
          <p:nvPr/>
        </p:nvGrpSpPr>
        <p:grpSpPr>
          <a:xfrm>
            <a:off x="-1" y="1819496"/>
            <a:ext cx="17905228" cy="3426678"/>
            <a:chOff x="-1" y="1819496"/>
            <a:chExt cx="17905228" cy="3426678"/>
          </a:xfrm>
        </p:grpSpPr>
        <p:graphicFrame>
          <p:nvGraphicFramePr>
            <p:cNvPr id="4" name="图表 3">
              <a:extLst>
                <a:ext uri="{FF2B5EF4-FFF2-40B4-BE49-F238E27FC236}">
                  <a16:creationId xmlns:a16="http://schemas.microsoft.com/office/drawing/2014/main" id="{805F6E53-3F8C-4448-BFA5-3DC54ED4A84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98026588"/>
                </p:ext>
              </p:extLst>
            </p:nvPr>
          </p:nvGraphicFramePr>
          <p:xfrm>
            <a:off x="-1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6" name="图表 5">
              <a:extLst>
                <a:ext uri="{FF2B5EF4-FFF2-40B4-BE49-F238E27FC236}">
                  <a16:creationId xmlns:a16="http://schemas.microsoft.com/office/drawing/2014/main" id="{44118C0F-B86D-4179-B0A9-F6220FF4BD0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11194137"/>
                </p:ext>
              </p:extLst>
            </p:nvPr>
          </p:nvGraphicFramePr>
          <p:xfrm>
            <a:off x="4476306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7" name="图表 6">
              <a:extLst>
                <a:ext uri="{FF2B5EF4-FFF2-40B4-BE49-F238E27FC236}">
                  <a16:creationId xmlns:a16="http://schemas.microsoft.com/office/drawing/2014/main" id="{D37A08D4-D11B-4080-9A15-646FF54BECC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1806235"/>
                </p:ext>
              </p:extLst>
            </p:nvPr>
          </p:nvGraphicFramePr>
          <p:xfrm>
            <a:off x="8952613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8" name="图表 7">
              <a:extLst>
                <a:ext uri="{FF2B5EF4-FFF2-40B4-BE49-F238E27FC236}">
                  <a16:creationId xmlns:a16="http://schemas.microsoft.com/office/drawing/2014/main" id="{5B92824E-64A4-4AC9-9C54-BF1C39B5706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28651836"/>
                </p:ext>
              </p:extLst>
            </p:nvPr>
          </p:nvGraphicFramePr>
          <p:xfrm>
            <a:off x="13428920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C05CA25-56F6-4B14-B85E-E43BF62C8B9C}"/>
                </a:ext>
              </a:extLst>
            </p:cNvPr>
            <p:cNvSpPr txBox="1"/>
            <p:nvPr/>
          </p:nvSpPr>
          <p:spPr>
            <a:xfrm>
              <a:off x="3526443" y="3822192"/>
              <a:ext cx="400110" cy="539496"/>
            </a:xfrm>
            <a:prstGeom prst="rect">
              <a:avLst/>
            </a:prstGeom>
            <a:noFill/>
            <a:ln>
              <a:noFill/>
            </a:ln>
          </p:spPr>
          <p:txBody>
            <a:bodyPr vert="vert270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2FAA70B-431F-4A3F-974B-00531C637195}"/>
                </a:ext>
              </a:extLst>
            </p:cNvPr>
            <p:cNvSpPr txBox="1"/>
            <p:nvPr/>
          </p:nvSpPr>
          <p:spPr>
            <a:xfrm>
              <a:off x="4001374" y="3822192"/>
              <a:ext cx="400110" cy="539496"/>
            </a:xfrm>
            <a:prstGeom prst="rect">
              <a:avLst/>
            </a:prstGeom>
            <a:noFill/>
            <a:ln>
              <a:noFill/>
            </a:ln>
          </p:spPr>
          <p:txBody>
            <a:bodyPr vert="vert270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7E3E4B4-A773-4645-AE71-24972BC1C643}"/>
                </a:ext>
              </a:extLst>
            </p:cNvPr>
            <p:cNvSpPr txBox="1"/>
            <p:nvPr/>
          </p:nvSpPr>
          <p:spPr>
            <a:xfrm>
              <a:off x="10712004" y="4818833"/>
              <a:ext cx="94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0FAA449-C0DA-48F8-82FD-C29E4A693A01}"/>
                </a:ext>
              </a:extLst>
            </p:cNvPr>
            <p:cNvSpPr txBox="1"/>
            <p:nvPr/>
          </p:nvSpPr>
          <p:spPr>
            <a:xfrm>
              <a:off x="14730053" y="4876842"/>
              <a:ext cx="1874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GraphSAGE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CB863B3-7F6B-4A70-AE9D-A8427F792599}"/>
                </a:ext>
              </a:extLst>
            </p:cNvPr>
            <p:cNvSpPr txBox="1"/>
            <p:nvPr/>
          </p:nvSpPr>
          <p:spPr>
            <a:xfrm>
              <a:off x="6284723" y="4876842"/>
              <a:ext cx="859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GCN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2558424-0E61-468E-BFEB-A1B33DDAFA95}"/>
                </a:ext>
              </a:extLst>
            </p:cNvPr>
            <p:cNvSpPr txBox="1"/>
            <p:nvPr/>
          </p:nvSpPr>
          <p:spPr>
            <a:xfrm>
              <a:off x="1764748" y="4818833"/>
              <a:ext cx="94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506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F7614DB-E099-411A-88C7-ED08896777DE}"/>
              </a:ext>
            </a:extLst>
          </p:cNvPr>
          <p:cNvGrpSpPr/>
          <p:nvPr/>
        </p:nvGrpSpPr>
        <p:grpSpPr>
          <a:xfrm>
            <a:off x="-1" y="1819496"/>
            <a:ext cx="17905228" cy="3426678"/>
            <a:chOff x="-1" y="1819496"/>
            <a:chExt cx="17905228" cy="3426678"/>
          </a:xfrm>
        </p:grpSpPr>
        <p:graphicFrame>
          <p:nvGraphicFramePr>
            <p:cNvPr id="4" name="图表 3">
              <a:extLst>
                <a:ext uri="{FF2B5EF4-FFF2-40B4-BE49-F238E27FC236}">
                  <a16:creationId xmlns:a16="http://schemas.microsoft.com/office/drawing/2014/main" id="{805F6E53-3F8C-4448-BFA5-3DC54ED4A84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3064070"/>
                </p:ext>
              </p:extLst>
            </p:nvPr>
          </p:nvGraphicFramePr>
          <p:xfrm>
            <a:off x="-1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24" name="图表 23">
              <a:extLst>
                <a:ext uri="{FF2B5EF4-FFF2-40B4-BE49-F238E27FC236}">
                  <a16:creationId xmlns:a16="http://schemas.microsoft.com/office/drawing/2014/main" id="{D30BBBFD-59D9-4BDC-B836-5E7DA8B2CA7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1698386"/>
                </p:ext>
              </p:extLst>
            </p:nvPr>
          </p:nvGraphicFramePr>
          <p:xfrm>
            <a:off x="4476306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25" name="图表 24">
              <a:extLst>
                <a:ext uri="{FF2B5EF4-FFF2-40B4-BE49-F238E27FC236}">
                  <a16:creationId xmlns:a16="http://schemas.microsoft.com/office/drawing/2014/main" id="{5237B29C-460B-4529-BE1B-5CCF6BAE4B8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58166221"/>
                </p:ext>
              </p:extLst>
            </p:nvPr>
          </p:nvGraphicFramePr>
          <p:xfrm>
            <a:off x="8952613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26" name="图表 25">
              <a:extLst>
                <a:ext uri="{FF2B5EF4-FFF2-40B4-BE49-F238E27FC236}">
                  <a16:creationId xmlns:a16="http://schemas.microsoft.com/office/drawing/2014/main" id="{74F38D9B-5A83-4C97-8325-656EE031DFF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03901197"/>
                </p:ext>
              </p:extLst>
            </p:nvPr>
          </p:nvGraphicFramePr>
          <p:xfrm>
            <a:off x="13428920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5ABB1C4-37BF-4419-BCF8-81326D12B785}"/>
                </a:ext>
              </a:extLst>
            </p:cNvPr>
            <p:cNvSpPr txBox="1"/>
            <p:nvPr/>
          </p:nvSpPr>
          <p:spPr>
            <a:xfrm>
              <a:off x="3526443" y="3822192"/>
              <a:ext cx="400110" cy="539496"/>
            </a:xfrm>
            <a:prstGeom prst="rect">
              <a:avLst/>
            </a:prstGeom>
            <a:noFill/>
            <a:ln>
              <a:noFill/>
            </a:ln>
          </p:spPr>
          <p:txBody>
            <a:bodyPr vert="vert270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A2FA838-2D6C-48ED-9DC3-A439ED6B7FFA}"/>
                </a:ext>
              </a:extLst>
            </p:cNvPr>
            <p:cNvSpPr txBox="1"/>
            <p:nvPr/>
          </p:nvSpPr>
          <p:spPr>
            <a:xfrm>
              <a:off x="4001374" y="3822192"/>
              <a:ext cx="400110" cy="539496"/>
            </a:xfrm>
            <a:prstGeom prst="rect">
              <a:avLst/>
            </a:prstGeom>
            <a:noFill/>
            <a:ln>
              <a:noFill/>
            </a:ln>
          </p:spPr>
          <p:txBody>
            <a:bodyPr vert="vert270"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584B19B-EBA3-43E0-8CDA-036D073B62AD}"/>
                </a:ext>
              </a:extLst>
            </p:cNvPr>
            <p:cNvSpPr txBox="1"/>
            <p:nvPr/>
          </p:nvSpPr>
          <p:spPr>
            <a:xfrm>
              <a:off x="10712004" y="4818833"/>
              <a:ext cx="94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4041EA3-F62B-4EB8-B56B-5381DACF7986}"/>
                </a:ext>
              </a:extLst>
            </p:cNvPr>
            <p:cNvSpPr txBox="1"/>
            <p:nvPr/>
          </p:nvSpPr>
          <p:spPr>
            <a:xfrm>
              <a:off x="14730053" y="4876842"/>
              <a:ext cx="1874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GraphSAGE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C9ECC55-FFD2-4656-8B63-4941125765E1}"/>
                </a:ext>
              </a:extLst>
            </p:cNvPr>
            <p:cNvSpPr txBox="1"/>
            <p:nvPr/>
          </p:nvSpPr>
          <p:spPr>
            <a:xfrm>
              <a:off x="6284723" y="4876842"/>
              <a:ext cx="859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GCN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B138259-9A1C-453E-914E-42B7FC6E312F}"/>
                </a:ext>
              </a:extLst>
            </p:cNvPr>
            <p:cNvSpPr txBox="1"/>
            <p:nvPr/>
          </p:nvSpPr>
          <p:spPr>
            <a:xfrm>
              <a:off x="1764748" y="4818833"/>
              <a:ext cx="945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3788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DC4218F-0472-4F32-9F55-7734AC723D15}"/>
              </a:ext>
            </a:extLst>
          </p:cNvPr>
          <p:cNvGrpSpPr/>
          <p:nvPr/>
        </p:nvGrpSpPr>
        <p:grpSpPr>
          <a:xfrm>
            <a:off x="-1" y="1819496"/>
            <a:ext cx="17952946" cy="3457456"/>
            <a:chOff x="-1" y="1819496"/>
            <a:chExt cx="17952946" cy="3457456"/>
          </a:xfrm>
        </p:grpSpPr>
        <p:graphicFrame>
          <p:nvGraphicFramePr>
            <p:cNvPr id="4" name="图表 3">
              <a:extLst>
                <a:ext uri="{FF2B5EF4-FFF2-40B4-BE49-F238E27FC236}">
                  <a16:creationId xmlns:a16="http://schemas.microsoft.com/office/drawing/2014/main" id="{805F6E53-3F8C-4448-BFA5-3DC54ED4A84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5008844"/>
                </p:ext>
              </p:extLst>
            </p:nvPr>
          </p:nvGraphicFramePr>
          <p:xfrm>
            <a:off x="-1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9" name="图表 8">
              <a:extLst>
                <a:ext uri="{FF2B5EF4-FFF2-40B4-BE49-F238E27FC236}">
                  <a16:creationId xmlns:a16="http://schemas.microsoft.com/office/drawing/2014/main" id="{D7C132AB-F3AB-4F04-AACB-6FB511ED373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88676021"/>
                </p:ext>
              </p:extLst>
            </p:nvPr>
          </p:nvGraphicFramePr>
          <p:xfrm>
            <a:off x="4476306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aphicFrame>
          <p:nvGraphicFramePr>
            <p:cNvPr id="10" name="图表 9">
              <a:extLst>
                <a:ext uri="{FF2B5EF4-FFF2-40B4-BE49-F238E27FC236}">
                  <a16:creationId xmlns:a16="http://schemas.microsoft.com/office/drawing/2014/main" id="{9D76478D-C7E9-4958-BB5E-761964A8FC8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71369720"/>
                </p:ext>
              </p:extLst>
            </p:nvPr>
          </p:nvGraphicFramePr>
          <p:xfrm>
            <a:off x="9000331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graphicFrame>
          <p:nvGraphicFramePr>
            <p:cNvPr id="11" name="图表 10">
              <a:extLst>
                <a:ext uri="{FF2B5EF4-FFF2-40B4-BE49-F238E27FC236}">
                  <a16:creationId xmlns:a16="http://schemas.microsoft.com/office/drawing/2014/main" id="{81794338-C60C-441B-8A82-65BCCAEE09F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77235487"/>
                </p:ext>
              </p:extLst>
            </p:nvPr>
          </p:nvGraphicFramePr>
          <p:xfrm>
            <a:off x="13476638" y="1819496"/>
            <a:ext cx="4476307" cy="32735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AB9F696-1089-47D0-9B93-1547CA81651D}"/>
                </a:ext>
              </a:extLst>
            </p:cNvPr>
            <p:cNvSpPr txBox="1"/>
            <p:nvPr/>
          </p:nvSpPr>
          <p:spPr>
            <a:xfrm>
              <a:off x="3539996" y="3694176"/>
              <a:ext cx="461665" cy="630936"/>
            </a:xfrm>
            <a:prstGeom prst="rect">
              <a:avLst/>
            </a:prstGeom>
            <a:noFill/>
            <a:ln>
              <a:noFill/>
            </a:ln>
          </p:spPr>
          <p:txBody>
            <a:bodyPr vert="vert270"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OOM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93AD5DC-01E8-4F69-A7A9-F0BEFF9AFCAE}"/>
                </a:ext>
              </a:extLst>
            </p:cNvPr>
            <p:cNvSpPr txBox="1"/>
            <p:nvPr/>
          </p:nvSpPr>
          <p:spPr>
            <a:xfrm>
              <a:off x="10765809" y="4818833"/>
              <a:ext cx="9453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GIN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3D3A3C5-6C2B-4815-AAB7-47E537D6BFF6}"/>
                </a:ext>
              </a:extLst>
            </p:cNvPr>
            <p:cNvSpPr txBox="1"/>
            <p:nvPr/>
          </p:nvSpPr>
          <p:spPr>
            <a:xfrm>
              <a:off x="14777771" y="4876842"/>
              <a:ext cx="18740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GraphSAGE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CD43744-C9E8-4012-A166-7EED47A027D5}"/>
                </a:ext>
              </a:extLst>
            </p:cNvPr>
            <p:cNvSpPr txBox="1"/>
            <p:nvPr/>
          </p:nvSpPr>
          <p:spPr>
            <a:xfrm>
              <a:off x="6284723" y="4876842"/>
              <a:ext cx="85947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GCN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3B44F2E-6245-4661-9BF2-4989CAA392CB}"/>
                </a:ext>
              </a:extLst>
            </p:cNvPr>
            <p:cNvSpPr txBox="1"/>
            <p:nvPr/>
          </p:nvSpPr>
          <p:spPr>
            <a:xfrm>
              <a:off x="1765478" y="4876842"/>
              <a:ext cx="9453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954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D97982CB-1F02-4A4C-9CE7-CA2E71F646ED}"/>
              </a:ext>
            </a:extLst>
          </p:cNvPr>
          <p:cNvGrpSpPr/>
          <p:nvPr/>
        </p:nvGrpSpPr>
        <p:grpSpPr>
          <a:xfrm>
            <a:off x="-139701" y="2578100"/>
            <a:ext cx="18000663" cy="4174925"/>
            <a:chOff x="-1" y="247904"/>
            <a:chExt cx="18000663" cy="6004887"/>
          </a:xfrm>
        </p:grpSpPr>
        <p:graphicFrame>
          <p:nvGraphicFramePr>
            <p:cNvPr id="21" name="图表 20">
              <a:extLst>
                <a:ext uri="{FF2B5EF4-FFF2-40B4-BE49-F238E27FC236}">
                  <a16:creationId xmlns:a16="http://schemas.microsoft.com/office/drawing/2014/main" id="{2FE709AE-E556-4A8E-AAEE-0ED145E53C5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33586178"/>
                </p:ext>
              </p:extLst>
            </p:nvPr>
          </p:nvGraphicFramePr>
          <p:xfrm>
            <a:off x="-1" y="247904"/>
            <a:ext cx="18000663" cy="58962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D2237B12-F103-40A0-BC53-FE5F3D13F329}"/>
                </a:ext>
              </a:extLst>
            </p:cNvPr>
            <p:cNvCxnSpPr>
              <a:cxnSpLocks/>
            </p:cNvCxnSpPr>
            <p:nvPr/>
          </p:nvCxnSpPr>
          <p:spPr>
            <a:xfrm>
              <a:off x="5508154" y="1026695"/>
              <a:ext cx="1" cy="4176413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F3559DD-D9BA-41DE-81CD-0D3ECE7B1014}"/>
                </a:ext>
              </a:extLst>
            </p:cNvPr>
            <p:cNvSpPr txBox="1"/>
            <p:nvPr/>
          </p:nvSpPr>
          <p:spPr>
            <a:xfrm>
              <a:off x="11300827" y="5763183"/>
              <a:ext cx="9453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GIN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150FF30-7EE7-4439-902C-292EC232F9EC}"/>
                </a:ext>
              </a:extLst>
            </p:cNvPr>
            <p:cNvSpPr txBox="1"/>
            <p:nvPr/>
          </p:nvSpPr>
          <p:spPr>
            <a:xfrm>
              <a:off x="14598562" y="5763186"/>
              <a:ext cx="18740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GraphSAGE</a:t>
              </a:r>
              <a:endPara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15EA26A-DF90-4754-B1A7-6DD22577BB44}"/>
                </a:ext>
              </a:extLst>
            </p:cNvPr>
            <p:cNvCxnSpPr>
              <a:cxnSpLocks/>
            </p:cNvCxnSpPr>
            <p:nvPr/>
          </p:nvCxnSpPr>
          <p:spPr>
            <a:xfrm>
              <a:off x="9628446" y="1026694"/>
              <a:ext cx="1" cy="4176413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D538FA8-C4F7-43BE-9640-6CFFAA8406D6}"/>
                </a:ext>
              </a:extLst>
            </p:cNvPr>
            <p:cNvCxnSpPr>
              <a:cxnSpLocks/>
            </p:cNvCxnSpPr>
            <p:nvPr/>
          </p:nvCxnSpPr>
          <p:spPr>
            <a:xfrm>
              <a:off x="13739768" y="1026695"/>
              <a:ext cx="1" cy="4176413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2524FAB-EA6D-4069-A243-CD0CAE2DE8DC}"/>
                </a:ext>
              </a:extLst>
            </p:cNvPr>
            <p:cNvSpPr txBox="1"/>
            <p:nvPr/>
          </p:nvSpPr>
          <p:spPr>
            <a:xfrm>
              <a:off x="7394812" y="5821904"/>
              <a:ext cx="8594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GCN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F23393E-4FE7-4025-8359-A174A300C410}"/>
                </a:ext>
              </a:extLst>
            </p:cNvPr>
            <p:cNvSpPr txBox="1"/>
            <p:nvPr/>
          </p:nvSpPr>
          <p:spPr>
            <a:xfrm>
              <a:off x="3051534" y="5763185"/>
              <a:ext cx="9453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3403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D97982CB-1F02-4A4C-9CE7-CA2E71F646ED}"/>
              </a:ext>
            </a:extLst>
          </p:cNvPr>
          <p:cNvGrpSpPr/>
          <p:nvPr/>
        </p:nvGrpSpPr>
        <p:grpSpPr>
          <a:xfrm>
            <a:off x="-139701" y="2578100"/>
            <a:ext cx="18000663" cy="4174925"/>
            <a:chOff x="-1" y="247904"/>
            <a:chExt cx="18000663" cy="6004887"/>
          </a:xfrm>
        </p:grpSpPr>
        <p:graphicFrame>
          <p:nvGraphicFramePr>
            <p:cNvPr id="21" name="图表 20">
              <a:extLst>
                <a:ext uri="{FF2B5EF4-FFF2-40B4-BE49-F238E27FC236}">
                  <a16:creationId xmlns:a16="http://schemas.microsoft.com/office/drawing/2014/main" id="{2FE709AE-E556-4A8E-AAEE-0ED145E53C5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39034736"/>
                </p:ext>
              </p:extLst>
            </p:nvPr>
          </p:nvGraphicFramePr>
          <p:xfrm>
            <a:off x="-1" y="247904"/>
            <a:ext cx="18000663" cy="589622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D2237B12-F103-40A0-BC53-FE5F3D13F329}"/>
                </a:ext>
              </a:extLst>
            </p:cNvPr>
            <p:cNvCxnSpPr>
              <a:cxnSpLocks/>
            </p:cNvCxnSpPr>
            <p:nvPr/>
          </p:nvCxnSpPr>
          <p:spPr>
            <a:xfrm>
              <a:off x="5508154" y="1026695"/>
              <a:ext cx="1" cy="4176413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F3559DD-D9BA-41DE-81CD-0D3ECE7B1014}"/>
                </a:ext>
              </a:extLst>
            </p:cNvPr>
            <p:cNvSpPr txBox="1"/>
            <p:nvPr/>
          </p:nvSpPr>
          <p:spPr>
            <a:xfrm>
              <a:off x="11300827" y="5763183"/>
              <a:ext cx="9453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GIN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150FF30-7EE7-4439-902C-292EC232F9EC}"/>
                </a:ext>
              </a:extLst>
            </p:cNvPr>
            <p:cNvSpPr txBox="1"/>
            <p:nvPr/>
          </p:nvSpPr>
          <p:spPr>
            <a:xfrm>
              <a:off x="14598562" y="5763186"/>
              <a:ext cx="18740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GraphSAGE</a:t>
              </a:r>
              <a:endPara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915EA26A-DF90-4754-B1A7-6DD22577BB44}"/>
                </a:ext>
              </a:extLst>
            </p:cNvPr>
            <p:cNvCxnSpPr>
              <a:cxnSpLocks/>
            </p:cNvCxnSpPr>
            <p:nvPr/>
          </p:nvCxnSpPr>
          <p:spPr>
            <a:xfrm>
              <a:off x="9628446" y="1026694"/>
              <a:ext cx="1" cy="4176413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4D538FA8-C4F7-43BE-9640-6CFFAA8406D6}"/>
                </a:ext>
              </a:extLst>
            </p:cNvPr>
            <p:cNvCxnSpPr>
              <a:cxnSpLocks/>
            </p:cNvCxnSpPr>
            <p:nvPr/>
          </p:nvCxnSpPr>
          <p:spPr>
            <a:xfrm>
              <a:off x="13739768" y="1026695"/>
              <a:ext cx="1" cy="4176413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2524FAB-EA6D-4069-A243-CD0CAE2DE8DC}"/>
                </a:ext>
              </a:extLst>
            </p:cNvPr>
            <p:cNvSpPr txBox="1"/>
            <p:nvPr/>
          </p:nvSpPr>
          <p:spPr>
            <a:xfrm>
              <a:off x="7394812" y="5821904"/>
              <a:ext cx="8594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GCN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F23393E-4FE7-4025-8359-A174A300C410}"/>
                </a:ext>
              </a:extLst>
            </p:cNvPr>
            <p:cNvSpPr txBox="1"/>
            <p:nvPr/>
          </p:nvSpPr>
          <p:spPr>
            <a:xfrm>
              <a:off x="3051534" y="5763185"/>
              <a:ext cx="9453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A1170D1-75A8-4CA5-9336-2B4AA99A69CB}"/>
              </a:ext>
            </a:extLst>
          </p:cNvPr>
          <p:cNvSpPr txBox="1"/>
          <p:nvPr/>
        </p:nvSpPr>
        <p:spPr>
          <a:xfrm>
            <a:off x="4254247" y="5110456"/>
            <a:ext cx="492443" cy="883412"/>
          </a:xfrm>
          <a:prstGeom prst="rect">
            <a:avLst/>
          </a:prstGeom>
          <a:noFill/>
          <a:ln>
            <a:noFill/>
          </a:ln>
        </p:spPr>
        <p:txBody>
          <a:bodyPr vert="vert270"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63D872-2191-4968-817C-352B6099CB3B}"/>
              </a:ext>
            </a:extLst>
          </p:cNvPr>
          <p:cNvSpPr txBox="1"/>
          <p:nvPr/>
        </p:nvSpPr>
        <p:spPr>
          <a:xfrm>
            <a:off x="4746690" y="5110457"/>
            <a:ext cx="492443" cy="883412"/>
          </a:xfrm>
          <a:prstGeom prst="rect">
            <a:avLst/>
          </a:prstGeom>
          <a:noFill/>
          <a:ln>
            <a:noFill/>
          </a:ln>
        </p:spPr>
        <p:txBody>
          <a:bodyPr vert="vert270"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429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FBF8CC6-A69F-4EC4-BE42-376487683C9E}"/>
              </a:ext>
            </a:extLst>
          </p:cNvPr>
          <p:cNvGrpSpPr/>
          <p:nvPr/>
        </p:nvGrpSpPr>
        <p:grpSpPr>
          <a:xfrm>
            <a:off x="-308619" y="2743201"/>
            <a:ext cx="9000331" cy="4438891"/>
            <a:chOff x="231494" y="3080698"/>
            <a:chExt cx="18000663" cy="3707354"/>
          </a:xfrm>
        </p:grpSpPr>
        <p:graphicFrame>
          <p:nvGraphicFramePr>
            <p:cNvPr id="5" name="图表 4">
              <a:extLst>
                <a:ext uri="{FF2B5EF4-FFF2-40B4-BE49-F238E27FC236}">
                  <a16:creationId xmlns:a16="http://schemas.microsoft.com/office/drawing/2014/main" id="{22778759-2102-441D-80B8-3B9BEBF7681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88414519"/>
                </p:ext>
              </p:extLst>
            </p:nvPr>
          </p:nvGraphicFramePr>
          <p:xfrm>
            <a:off x="231494" y="3080698"/>
            <a:ext cx="18000663" cy="37073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5830702-39C4-466F-963C-6821FD35C825}"/>
                </a:ext>
              </a:extLst>
            </p:cNvPr>
            <p:cNvCxnSpPr>
              <a:cxnSpLocks/>
            </p:cNvCxnSpPr>
            <p:nvPr/>
          </p:nvCxnSpPr>
          <p:spPr>
            <a:xfrm>
              <a:off x="7365384" y="3580566"/>
              <a:ext cx="0" cy="2622998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8D45CF5-C6F9-4D84-AC23-2D6FCB1AFC59}"/>
                </a:ext>
              </a:extLst>
            </p:cNvPr>
            <p:cNvCxnSpPr>
              <a:cxnSpLocks/>
            </p:cNvCxnSpPr>
            <p:nvPr/>
          </p:nvCxnSpPr>
          <p:spPr>
            <a:xfrm>
              <a:off x="12683023" y="3580566"/>
              <a:ext cx="0" cy="2622998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31E00EA-27E6-4644-8833-C9D623F0E137}"/>
                </a:ext>
              </a:extLst>
            </p:cNvPr>
            <p:cNvSpPr txBox="1"/>
            <p:nvPr/>
          </p:nvSpPr>
          <p:spPr>
            <a:xfrm>
              <a:off x="4221914" y="3367589"/>
              <a:ext cx="2202412" cy="337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GCN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4B4F54F1-B788-4C97-BBFE-AEE427133781}"/>
                </a:ext>
              </a:extLst>
            </p:cNvPr>
            <p:cNvSpPr txBox="1"/>
            <p:nvPr/>
          </p:nvSpPr>
          <p:spPr>
            <a:xfrm>
              <a:off x="9721461" y="3357012"/>
              <a:ext cx="1727084" cy="337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E68F398-78A9-4292-8280-C869922AF4EA}"/>
                </a:ext>
              </a:extLst>
            </p:cNvPr>
            <p:cNvSpPr txBox="1"/>
            <p:nvPr/>
          </p:nvSpPr>
          <p:spPr>
            <a:xfrm>
              <a:off x="14577865" y="3357011"/>
              <a:ext cx="3269722" cy="337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GraphSAGE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0555F00-DA26-455A-8290-5CCCE63D75A1}"/>
              </a:ext>
            </a:extLst>
          </p:cNvPr>
          <p:cNvGrpSpPr/>
          <p:nvPr/>
        </p:nvGrpSpPr>
        <p:grpSpPr>
          <a:xfrm>
            <a:off x="8575964" y="2692541"/>
            <a:ext cx="9206774" cy="4438891"/>
            <a:chOff x="-204356" y="3086723"/>
            <a:chExt cx="18000663" cy="3707354"/>
          </a:xfrm>
        </p:grpSpPr>
        <p:graphicFrame>
          <p:nvGraphicFramePr>
            <p:cNvPr id="35" name="图表 34">
              <a:extLst>
                <a:ext uri="{FF2B5EF4-FFF2-40B4-BE49-F238E27FC236}">
                  <a16:creationId xmlns:a16="http://schemas.microsoft.com/office/drawing/2014/main" id="{94418455-A772-4752-B6AD-9DD6C3F8FBE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6177971"/>
                </p:ext>
              </p:extLst>
            </p:nvPr>
          </p:nvGraphicFramePr>
          <p:xfrm>
            <a:off x="-204356" y="3086723"/>
            <a:ext cx="18000663" cy="370735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1949D6E-8913-4855-BC56-8F00C6154665}"/>
                </a:ext>
              </a:extLst>
            </p:cNvPr>
            <p:cNvCxnSpPr>
              <a:cxnSpLocks/>
            </p:cNvCxnSpPr>
            <p:nvPr/>
          </p:nvCxnSpPr>
          <p:spPr>
            <a:xfrm>
              <a:off x="7365384" y="3580566"/>
              <a:ext cx="0" cy="2622998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63956CE2-6AAE-4F09-AB96-46CBEE803F72}"/>
                </a:ext>
              </a:extLst>
            </p:cNvPr>
            <p:cNvCxnSpPr>
              <a:cxnSpLocks/>
            </p:cNvCxnSpPr>
            <p:nvPr/>
          </p:nvCxnSpPr>
          <p:spPr>
            <a:xfrm>
              <a:off x="12683023" y="3580566"/>
              <a:ext cx="0" cy="2622998"/>
            </a:xfrm>
            <a:prstGeom prst="line">
              <a:avLst/>
            </a:prstGeom>
            <a:ln w="254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2517794-CBD2-4613-B3AB-972903E3B10C}"/>
                </a:ext>
              </a:extLst>
            </p:cNvPr>
            <p:cNvSpPr txBox="1"/>
            <p:nvPr/>
          </p:nvSpPr>
          <p:spPr>
            <a:xfrm>
              <a:off x="4545730" y="3460148"/>
              <a:ext cx="2202413" cy="337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GCN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18591E2-6CD5-4B75-866F-66C4297CC525}"/>
                </a:ext>
              </a:extLst>
            </p:cNvPr>
            <p:cNvSpPr txBox="1"/>
            <p:nvPr/>
          </p:nvSpPr>
          <p:spPr>
            <a:xfrm>
              <a:off x="9721461" y="3415016"/>
              <a:ext cx="1727084" cy="337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GIN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D84A784-F0E3-44BC-A32E-3D52EA39FACE}"/>
                </a:ext>
              </a:extLst>
            </p:cNvPr>
            <p:cNvSpPr txBox="1"/>
            <p:nvPr/>
          </p:nvSpPr>
          <p:spPr>
            <a:xfrm>
              <a:off x="14507697" y="3369097"/>
              <a:ext cx="3269722" cy="3375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GraphSAGE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1710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4240</TotalTime>
  <Words>122</Words>
  <Application>Microsoft Office PowerPoint</Application>
  <PresentationFormat>自定义</PresentationFormat>
  <Paragraphs>70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sqx</dc:creator>
  <cp:lastModifiedBy>张 子峥</cp:lastModifiedBy>
  <cp:revision>489</cp:revision>
  <cp:lastPrinted>2022-05-13T06:58:25Z</cp:lastPrinted>
  <dcterms:created xsi:type="dcterms:W3CDTF">2022-03-03T05:46:50Z</dcterms:created>
  <dcterms:modified xsi:type="dcterms:W3CDTF">2022-06-29T09:38:23Z</dcterms:modified>
</cp:coreProperties>
</file>